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C8FF"/>
                </a:solidFill>
                <a:latin typeface="맑은 고딕"/>
                <a:ea typeface="맑은 고딕"/>
                <a:cs typeface="맑은 고딕"/>
              </a:rPr>
              <a:t>HANPASS  ·  SaaS FDS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SaaS FDS Platform 백오피스 기획서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멀티고객사·멀티도메인 이상거래 탐지 플랫폼 — Admin Console 화면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정본 PRD: docs/plan/01-fds-sass-functional-spec.md (FS-FDS-001 v2.8)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90288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기능 ID 전수 31화면 (SFDS-DASH ~ SFDS-AUDIT · RULE-001~006 포함)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74336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좌 75% 와이어프레임(실제 도형) + 우 25% 기능 설명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58383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표시 용어=PRD 한국어 업무 용어 · enum 괄호 병기 · 책임 경계 명시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42431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목록→상세→액션→케이스→결재→규제 보고 시나리오 흐름 연결(딥링크 전수)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26479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버전 BO-FDS-SASS-Planning v4.6 (드릴다운 진입 트리거 배너 전수 추가)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83112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325880"/>
            <a:ext cx="10963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00200"/>
            <a:ext cx="8770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9740" y="1600200"/>
            <a:ext cx="13156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5379" y="1600200"/>
            <a:ext cx="109636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1744" y="1600200"/>
            <a:ext cx="76745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내역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1783080"/>
            <a:ext cx="10963656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81965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9740" y="18196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5379" y="181965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1744" y="18196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최초 작성 — 12개 화면 그룹(24화면) 정의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02539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9740" y="202539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5379" y="202539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1744" y="202539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enum 전수·표시 용어 통일 재빌드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223113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v3.1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9740" y="22311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5379" y="223113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1744" y="22311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API 경로·enum 정합(bo-api 소유 경계)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243687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9740" y="243687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05379" y="243687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1744" y="243687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도형 기반 PPT 전면 재생성 — SFDS-* 32화면 전수·시나리오 흐름 딥링크 연결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264261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9740" y="264261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05379" y="264261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1744" y="264261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격리→배포 모델(deployment_model) 재설계, TNT 화면 배포·온보딩 반영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284835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9740" y="28483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05379" y="284835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01744" y="28483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DASH 건전성 컬럼·CONN 설정변경·RULE/APPR 샘플 정합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305409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9740" y="305409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05379" y="305409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01744" y="305409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DASH 필터 단일축·RULE 컬럼 '도메인/채널'·APPR 8종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325983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89740" y="32598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05379" y="325983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01744" y="32598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상세(TNT-002) 5탭 연속 전개(기본정보→배포온보딩→마스킹보안→PolicyPack→알림소스)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346557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89740" y="346557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05379" y="346557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01744" y="346557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RULE-002·CASE-002 탭 연속 전개(룰 상세 5탭·케이스 상세 4탭)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" y="367131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89740" y="367131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05379" y="367131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01744" y="367131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드릴다운 진입 트리거 배너 — TNT/CONN/MAP/RULE/DEC/ACT/CASE -002 상단 ↩ 배너 전수 추가, 소스 목록 행 ▶ 표기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SFDS-DASH-001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고객사·룰·이벤트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5214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플랫폼 대시보드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운영 대시보드 (전체 고객사)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865376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906524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24시간  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47672" y="2194560"/>
            <a:ext cx="2209800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수신 이벤트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4,182,402 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정상 99.7% · 검증실패 0.3%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67199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67199" y="2194560"/>
            <a:ext cx="2209800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6928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6928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312,940 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6928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차단 0.31% · 추가인증 0.12%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6728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6728" y="2194560"/>
            <a:ext cx="2209800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96456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조치·케이스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96456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 차단·보류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6456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신규 88 · 동결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47672" y="3236976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75688" y="332841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플랫폼 알림 (카드·알림 클릭 → 해당 상세로 드릴다운) 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30552" y="35295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[PG B / card-processor] 커넥터 지연 312초 — 임계 초과 [클릭 → SFDS-CONN-001 커넥터 목록]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30552" y="37124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[은행 A] 스키마 검증 실패 4,201건 — 매핑 점검 필요 [클릭 → SFDS-MAP-001 스키마 레지스트리]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30552" y="38953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[거래소 C] 액션 발행 실패 큐 적체 58건 [클릭 → SFDS-ACT-001 액션 아웃박스]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30552" y="40782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규제 보고 제출 기한 임박(전 고객사) 6건 [클릭 → SFDS-REG-001 규제 보고 큐]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4370832"/>
            <a:ext cx="33558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4462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고객사별 건전성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4736592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고객사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10134" y="4736592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80592" y="4736592"/>
            <a:ext cx="5331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검증실패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13779" y="4736592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커넥터lag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84238" y="4736592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액션실패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91969" y="4736592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케이스SLA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57400" y="4919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495604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10134" y="495604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2.1M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80592" y="4956048"/>
            <a:ext cx="5331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4,201 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13779" y="495604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84238" y="4956048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91969" y="495604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516178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PG 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10134" y="516178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1.4M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80592" y="5161788"/>
            <a:ext cx="5331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13779" y="516178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312초 ⚠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84238" y="5161788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91969" y="516178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536752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거래소 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10134" y="536752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0.6M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80592" y="5367528"/>
            <a:ext cx="5331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13779" y="536752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84238" y="5367528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58 ⚠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91969" y="536752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임박 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40680" y="4370832"/>
            <a:ext cx="33558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550408" y="4462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SLA 현황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4736592"/>
            <a:ext cx="22582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08610" y="473659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건수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550408" y="4919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550408" y="4956048"/>
            <a:ext cx="22582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진행 중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08610" y="495604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88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50408" y="5161788"/>
            <a:ext cx="22582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임박 24h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808610" y="516178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50408" y="5367528"/>
            <a:ext cx="22582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초과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08610" y="536752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50408" y="5573268"/>
            <a:ext cx="22582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피드백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808610" y="557326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SFDS-DASH-001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플랫폼 운영자 전용 (SFDS_PLATFORM:READ)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기간 최근 1h/24h/7d/30d 필터 (BR-001 기간 단일축 정본 §2.1)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15798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계층 고객사(tenant) 1 : 서비스(workspace) N — 서비스별 룰셋·커넥터·결재 분리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요약 카드 수신·결정·조치/케이스 건수·비율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플랫폼 알림 커넥터 지연·검증 실패·액션 적체·보고 기한 (각 상세로 딥링크)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고객사별 건전성 수신·검증실패·커넥터lag·액션실패·케이스SLA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42976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행 클릭 고객사별 대시보드(DASH-002) 이동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7091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갱신 30~60초 캐시 · read-only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51206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/api/v1/bo/fds/dashboard (bo-api 소유·집약)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SFDS-DASH-002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고객사: 은행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5214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플랫폼 대시보드 &gt; 고객사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고객사별 상세 대시보드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고객사: 은행 A  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95827" y="1865376"/>
            <a:ext cx="2482596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68979" y="1906524"/>
            <a:ext cx="2391156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서비스: retail (workspace) 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88152" y="1865376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61304" y="1906524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24시간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47672" y="2194560"/>
            <a:ext cx="2209800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수신 상태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2.1M 수신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정상 2.09M · 검증실패 4,201 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67199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199" y="2194560"/>
            <a:ext cx="2209800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6928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결정 추이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6928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 142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76928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검토 88 · 추가인증 31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6728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86728" y="2194560"/>
            <a:ext cx="2209800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96456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케이스 SLA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96456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진행 88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96456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기한 임박 3 ⚠ · 초과 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3236976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3328416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상태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3602736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25596" y="3602736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03785" y="3602736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lag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7400" y="3785616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3822192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25596" y="382219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03785" y="3822192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4027932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25596" y="402793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03785" y="4027932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4233672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audit-log(폴링)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25596" y="423367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03785" y="4233672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312초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0680" y="3236976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550408" y="3328416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실패 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50408" y="3602736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4971" y="3602736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건수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50408" y="3785616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50408" y="3822192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발행 / 성공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4971" y="3822192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 / 1,202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0408" y="4027932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실패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94971" y="4027932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50408" y="4233672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재시도 대기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94971" y="4233672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50408" y="4439412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미처리 DLQ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94971" y="4439412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947672" y="4782312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57400" y="487375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hit rate / 오탐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5148072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83280" y="514807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443984" y="514807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04688" y="514807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탐지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0216" y="514807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hit율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28332" y="514807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오탐(피드백)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057400" y="533095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57400" y="53675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83280" y="5367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443984" y="5367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88,402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04688" y="5367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142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00216" y="5367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0.16%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228332" y="5367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57400" y="55732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ATM_GEO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383280" y="55732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추가인증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43984" y="55732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12,004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504688" y="55732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00216" y="55732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0.26%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228332" y="55732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SFDS-DASH-002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자기 고객사 스코프 조회 (SFDS:READ)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고객사 · 서비스(workspace retail/corporate) · 기간 3축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215798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상단 [고객사] 드롭다운 (고객사 관리자는 고정·스코프 배지) · sandbox shadow-only 배지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수신 상태 수신·정상·검증실패(스키마/서명)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331012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결정 추이 차단·검토·추가인증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355701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커넥터 상태 소스시스템별 정상/지연 + lag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액션 실패 큐 발행·성공·실패·재시도·DLQ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43799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룰 hit rate 룰별 평가·탐지·hit율·오탐 피드백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47914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임계 초과 ⚠ 강조 · 각 카드 상세 딥링크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520293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/api/v1/bo/fds/tenants/{id}/dashboard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고객사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38531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목록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082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6324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3639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리전 전체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78808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51960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유형 전체  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3095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0410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고객사명 검색  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2194560"/>
            <a:ext cx="684885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목록 (총 18건 · 운영중 14) · 행 ▶ → SFDS-TNT-002 (고객사 상세)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고객사 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15868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1748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67628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8332" y="25603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리전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91272" y="25603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tenant_bank_a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15868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1748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67628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8332" y="277977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91272" y="277977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tenant_pg_b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15868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PG 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41748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자체 인프라 설치형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7628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등록 완료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8332" y="298551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91272" y="298551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tenant_cx_c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15868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거래소 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41748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67628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28332" y="319125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91272" y="319125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tenant_mp_d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15868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마켓플레이스 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41748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소규모 공유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67628" y="33969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프로비저닝중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8332" y="339699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91272" y="339699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▶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47672" y="470001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075688" y="479145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고객사 운영 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30552" y="49926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SFDS-TNT-002 (고객사 상세 5탭: 기본정보·배포·온보딩·마스킹·보안·Policy Pack·알림·소스)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30552" y="51755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[+ 새 고객사] → SFDS-TNT-003 (배포 유형 선택 + 온보딩 신청) → 신청 직후 온보딩, 프로비저닝·검증 통과 후 운영중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30552" y="53583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상세에서 [설정 변경] → 변경 이력 감사 로그(SFDS-AUDIT-001) 기록 · 배포 유형·온보딩·인프라 참조·리전은 읽기 전용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SFDS_TENANT:READ / 신규 SFDS_TENANT:ADMIN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상태·리전·배포 유형 3축 + 고객사명 검색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고객사 ID·표시명·배포 유형·온보딩 상태·리전·상태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 매니지드 전용/자체 인프라 설치형/소규모 공유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 신청/프로비저닝중/배포됨/검증됨/활성·패키지발급/고객배포/등록완료(8종 읽기)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55701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온보딩/운영중/정지/해지(tenant_status)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플랫폼 운영자 전용 · 흐름 행 클릭 → SFDS-TNT-002 (고객사 상세)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45445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[+ 새 고객사] ADMIN 권한만 노출 → SFDS-TNT-003 (배포 유형 선택+온보딩)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5120640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/api/v1/bo/fds/tenants?status=&amp;region=&amp;deploymentModel= (bo-api 소유)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38531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 &gt; 은행 A &gt; 기본 정보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① 기본 정보 (은행 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마스킹·보안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65192" y="1700784"/>
            <a:ext cx="12298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38344" y="1741932"/>
            <a:ext cx="11018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865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9652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알림·소스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SFDS-TNT-001 고객사 목록에서 [고객사 행 ▶] 클릭 → 고객사 상세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245059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[기본 정보]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28163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1956" y="28163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57400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30358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1956" y="30358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tenant_bank_a  (불변)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32415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11956" y="32415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  [편집]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34472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상태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1956" y="34472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ACTIVE  [변경]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36530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리전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11956" y="36530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리전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38587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생성일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1956" y="38587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40680" y="245059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50408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[요약 · 탭 바로가기]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50408" y="28163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04964" y="28163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50408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50408" y="30358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04964" y="30358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  (→ ② 배포·온보딩)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50408" y="32415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04964" y="32415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원문 미저장  (→ ③ 마스킹·보안)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50408" y="34472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04964" y="34472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  (→ ④ Policy Pack)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50408" y="36530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알림 채널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04964" y="36530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Slack·email  (→ ⑤ 알림·소스)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SFDS_TENANT:READ / 변경 SFDS_TENANT:ADMIN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17465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같은 부모 탭 바: 기본 정보 / 배포·온보딩 / 마스킹·보안 / Policy Pack / 알림·소스 (5탭 연속)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248716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가능 표시명 · 운영 상태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진입: SFDS-TNT-001 목록 → 행 클릭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314553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배포·온보딩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GET·PUT /api/v1/bo/fds/tenants/{id}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38531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 &gt; 은행 A &gt; 배포·온보딩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② 배포·온보딩 (은행 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마스킹·보안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65192" y="1700784"/>
            <a:ext cx="12298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38344" y="1741932"/>
            <a:ext cx="11018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865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9652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알림·소스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47672" y="2084832"/>
            <a:ext cx="2209800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MANAGED_DEDICATED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67199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67199" y="2084832"/>
            <a:ext cx="2209800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76928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76928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76928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ACTIVE (읽기)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6728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86728" y="2084832"/>
            <a:ext cx="2209800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96456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인프라 참조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96456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infra-bank-a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96456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한국 리전 (읽기)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3127248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진행 상태 (이력)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3493008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68776" y="3493008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03785" y="3493008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57400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3712464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신청(REQUESTED)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68776" y="371246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01-12 09:00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03785" y="3712464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admin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918204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프로비저닝·검증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68776" y="391820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01-12 09:20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03785" y="3918204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4123944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활성(ACTIVE)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68776" y="412394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01-12 10:00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03785" y="4123944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40680" y="3127248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50408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데이터 보존 정책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0408" y="349300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67692" y="349300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50408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50408" y="371246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거래·결정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67692" y="371246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13개월 hot / 7년 cold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391820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67692" y="391820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7년 (하향 불가)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412394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67692" y="412394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[설정 변경(승인)]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유형·온보딩 상태·인프라 참조·리전 읽기 전용 (프로비저닝 산출)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매니지드 전용 IaC / 자체 인프라 설치형 등록 콜백 → 온보딩 API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232257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감사 보존 최소 7년 하향 불가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기본 정보  /  다음 → ③ 마스킹·보안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298094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.../tenants/{id}/onboarding · POST .../onboarding/**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38531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 &gt; 은행 A &gt; 마스킹·보안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③ 마스킹·보안 (은행 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마스킹·보안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65192" y="1700784"/>
            <a:ext cx="12298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38344" y="1741932"/>
            <a:ext cx="11018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865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9652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알림·소스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[마스킹 정책]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450592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74684" y="2450592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26700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민감 식별자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74684" y="26700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토큰 / keyed hash 저장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287578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원문 저장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74684" y="287578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미저장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308152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화면 표시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74684" y="308152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앞3 + 뒤4 노출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328726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원문 접근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74684" y="328726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미제공 (복호화 UI 없음)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40680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[조치 권한 (Capability)]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50408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04964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50408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가능 조치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04964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 · 자금보류 · 해제 · 취소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50408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연동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04964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Capability 매트릭스 (SFDS-ACT-002)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50408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04964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조치 권한 변경 4-eyes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 앞3+뒤4 · 복호화 UI 없음 · 원문 미저장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민감 식별자는 토큰/keyed hash로만 저장 (PII 원문 금지)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조치 권한 = 이 고객사가 수행 가능한 액션 집합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배포·온보딩  /  다음 → ④ Policy Pack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GET·PUT /api/v1/bo/fds/tenants/{id}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38531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 &gt; 은행 A &gt; Policy Pack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④ Policy Pack (은행 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마스킹·보안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65192" y="1700784"/>
            <a:ext cx="1229868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38344" y="1741932"/>
            <a:ext cx="11018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865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9652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알림·소스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[적용 규제 팩]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1956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11956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세부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1956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전자금융 · 특금법 · 개인정보 · 내부통제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 옵션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11956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· PCI 최소화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effective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1956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2026-05-01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40680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[변경 영향]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50408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04964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50408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영향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04964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양식 · 트리거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50408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04964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[Policy Pack 변경 상신 → 결재]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50408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04964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[변경 이력 보기]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 변경 시 규제 보고 양식·트리거 영향 안내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변경은 4-eyes 결재 후 effective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마스킹·보안  /  다음 → ⑤ 알림·소스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GET·PUT /api/v1/bo/fds/tenants/{id}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38531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 &gt; 은행 A &gt; 알림·소스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⑤ 알림·소스 (은행 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마스킹·보안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65192" y="1700784"/>
            <a:ext cx="12298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38344" y="1741932"/>
            <a:ext cx="11018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86500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9652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알림·소스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[알림 채널]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450592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98317" y="2450592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267004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Slack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98317" y="267004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#risk-bank-a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287578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Email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98317" y="287578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ops-bank-a@…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308152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Webhook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98317" y="308152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endpoint (FdsDecisionCreated)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40680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[연결된 소스 시스템]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50408" y="2450592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ID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18604" y="2450592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연결 상태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50408" y="2670048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18604" y="2670048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50408" y="2875788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txn-stream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18604" y="2875788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50408" y="3081528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kyc-feed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18604" y="3081528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⚠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 채널 Slack · Email · Webhook (결정·조치 통지)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 상세는 커넥터 관리(SFDS-CONN-001)에서 관리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④ Policy Pack  (상세 5탭 끝)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273405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/api/v1/bo/fds/tenants/{id}/source-systems · .../notify-channels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38531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 &gt; 등록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등록 / 수정 (마스터 생성)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6848856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마스터 등록 (배포 유형 선택 + 온보딩 신청)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고객사 ID 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tenant_bank_a  (영문 소문자·숫자·_ · 변경 불가)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표시명 *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은행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 *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매니지드 전용 ▼  (매니지드 전용 / 자체 인프라 설치형 / 소규모 공유)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84448" y="329184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0" y="333298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신청 (REQUESTED) · 프로비저닝 진행에 따라 자동 갱신 (읽기)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인프라 참조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84448" y="365760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0" y="369874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—  (온보딩 프로비저닝 산출 · 읽기)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75688" y="40599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리전 *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84448" y="40233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0" y="40645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한국 리전 ▼  (해외는 별도 계약·법무 검토)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75688" y="44256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데이터 보존 *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84448" y="43891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0" y="44302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거래·결정 13개월 hot / 7년 cold · 감사 7년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75688" y="47914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 정책 *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84448" y="4773168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75888" y="4791456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0480" y="479145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민감 식별자 토큰/해시만 저장 (원문 미저장)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75688" y="51572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 *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84448" y="5138928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75888" y="5157216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0480" y="515721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기본팩 (추가: Travel Rule / PCI 최소화)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75688" y="55229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 채널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84448" y="548640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0" y="552754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Slack #risk-bank-a · ops-bank-a@…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70648" y="5522976"/>
            <a:ext cx="1179576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70648" y="5564124"/>
            <a:ext cx="11795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등록·온보딩 신청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47688" y="552297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47688" y="55641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SFDS_TENANT:ADMIN (플랫폼 운영자)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고객사 ID·표시명·배포 유형·리전·보존·마스킹·Policy Pack·알림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고객사 ID immutable·unique · 중복 시 FDS-VALIDATION-001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 등록 시 선택 · 실제 격리는 온보딩 프로비저닝의 산출(화면 즉석 선택 아님)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상태·인프라 참조·리전 읽기 전용 · 변경 시 재배포·마이그레이션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38862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신청 직후 온보딩(신청 REQUESTED) → 프로비저닝·검증·활성/등록완료 후 운영중 전환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해외 리전 시 동의·계약·법무 검토 체크 필수 · 감사 보존 최소 7년 하향 불가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503834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/api/v1/bo/fds/tenants · PUT …/{id} · 온보딩 …/{id}/onboarding/**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SFDS-CONN-001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커넥터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61848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시스템·커넥터 목록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082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연동 방식 전체 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99815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7296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사용 전체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15383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8853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3095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0410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소스시스템 검색  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2194560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시스템·커넥터 (총 5 · 사용 4) [고객사: 은행 A] · 행 ▶ → SFDS-CONN-002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43984" y="256032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74336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스키마 버전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2804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0920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오류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큐(Queue)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43984" y="277977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74336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core-banking.v2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32804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920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83280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Push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43984" y="298551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74336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atm-switch.v1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32804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0920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83280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43984" y="319125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74336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audit-log.v1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32804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312초 ⚠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60920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타임아웃 ▶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legacy-card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83280" y="33969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43984" y="339699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74336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legacy-card.v1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32804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24초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60920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400" y="360273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snapshot-init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83280" y="360273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스냅샷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43984" y="360273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74336" y="360273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snapshot.v1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32804" y="360273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60920" y="360273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 ▶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947672" y="465429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75688" y="474573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커넥터 운영 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30552" y="49469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SFDS-CONN-002 (커넥터 상세·커서/오프셋·재처리·일시중지·재개)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30552" y="51297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[+ 새 커넥터] → SFDS-CONN-003 (등록) → 샘플 이벤트 검증 통과 전 ingest 비활성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30552" y="53126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지연·오류 행(⚠)은 SFDS-DASH-001 플랫폼 알림에서 드릴다운 진입 · 스키마는 SFDS-MAP-001 연계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SFDS-CONN-001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:READ / 신규·운영 SFDS_CONNECTOR:OPERATE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연동 방식·사용·상태 3축 + 소스시스템 검색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소스시스템·연동방식·사용·스키마버전·지연·최근오류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연동방식 REST Push/큐/폴링/스냅샷/CDC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298094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지연 임계 초과·오류 행 ⚠ 강조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32278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SFDS-CONN-002 (커넥터 상세/운영) · [+ 새 커넥터] → SFDS-CONN-003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서브 메뉴 커넥터 목록 / 커넥터 등록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43799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/api/v1/admin/fds/source-systems · /connectors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SFDS-CONN-002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일시중지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61848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커넥터 관리 &gt; 상세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 커넥터 (폴링) · 지연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SFDS-CONN-001 커넥터 목록에서 [소스시스템 행 ▶] 클릭 → 커넥터 상세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47672" y="2066544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/ 커서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2432304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9228" y="2432304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7400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265176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9228" y="265176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폴링(Polling)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285750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 버전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9228" y="285750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audit-log.v1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306324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현재 커서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9228" y="306324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2026-06-06T09:58Z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326898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성공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9228" y="326898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09:58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347472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9228" y="347472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312초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40680" y="2066544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50408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현황 (24h) / 오류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50408" y="243230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67692" y="243230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50408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50408" y="265176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67692" y="265176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88,402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50408" y="285750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67692" y="285750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88,201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50408" y="306324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중복(dedup)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67692" y="306324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180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50408" y="326898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검증 실패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67692" y="326898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50408" y="347472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오류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67692" y="347472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페이지 타임아웃(checksum)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47672" y="3886200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75688" y="3995928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재처리 / 운영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75688" y="4251960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75688" y="4416552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재처리 범위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84448" y="4379976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0" y="4421124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from 2026-06-06 09:00 ~ to 10:00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75688" y="4782312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연동별 운영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84448" y="4782312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폴링=cursor·replay·checksum / 큐=offset / CDC=change stream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470648" y="4919472"/>
            <a:ext cx="1179576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70648" y="4960620"/>
            <a:ext cx="11795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변경(승인)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47688" y="4919472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47688" y="4960620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재개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824728" y="4919472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24728" y="4960620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일시중지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48456" y="4919472"/>
            <a:ext cx="2084831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48456" y="4960620"/>
            <a:ext cx="208483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커서 이동(=오프셋 replay)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825496" y="4919472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825496" y="4960620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재처리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47672" y="5431536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75688" y="552297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버튼 시나리오 · 책임 경계 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30552" y="57241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[일시중지]/[재개] → 본 커넥터 ingest 즉시 중단·복구 (지연 해소 후 재개) · 감사 로그 기록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30552" y="59070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[커서 이동(=오프셋 replay)]/[재처리] → POST /replay 입력 범위만 멱등 재수신(dedup) · 범위 미입력 시 제출 불가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60899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[설정 변경(승인)] → PUT /source-systems/{id} 4-eyes(2인) 결재(MAPPING) → SFDS-APPR-001 상신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62727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서명키·시크릿 변경은 본 화면 아님 → SFDS-CONN-003 4-eyes(2인) · 모든 운영 작업 SFDS-AUDIT-001 기록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SFDS-CONN-002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:READ / 운영 SFDS_CONNECTOR:OPERATE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연동방식·스키마·커서/오프셋·마지막성공·지연·최근오류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현황 수신·정상·중복(dedup)·검증실패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5694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운영 재처리·커서이동=replay(/replay)·일시중지/재개(/pause·/resume)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재처리 멱등 보장(같은 키 dedup) · 범위 입력 필수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35570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설정 변경(승인) PUT /source-systems/{id} 4-eyes(MAPPING)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413308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secret/서명키 변경은 본 화면 아님 → CONN-003 4-eyes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470916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운영 작업 감사 로그 기록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4956048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…/connectors/{id} · POST …/replay·/pause·/resume · PUT …/source-systems/{id}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SFDS-CONN-003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61848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커넥터 관리 &gt; 등록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등록 / 수정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6848856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등록 [고객사: 은행 A]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 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core-banking  (생성 후 변경 불가)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 방식 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84448" y="259689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(●) 큐  ( ) REST Push  ( ) 폴링  ( ) CDC  ( ) 스냅샷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스키마 버전 *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core-banking.v2 ▼  (스키마 레지스트리 MAP-001)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사용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84448" y="3310128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5888" y="3328416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332841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큐 종류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84448" y="365760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0" y="369874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SQS ▼ (Kafka/SQS/RabbitMQ/PubSub) · 대기열 arn:…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75688" y="40599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서명키 (4-eyes)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84448" y="40233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0" y="40645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●●●●●●●●  앞3+뒤4 표시 · 변경은 2인 승인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75688" y="44256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자격증명 회전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84448" y="442569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[자격증명 회전 요청(승인 필요)]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8704" y="5522976"/>
            <a:ext cx="731520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18704" y="55641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저장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95744" y="552297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95744" y="55641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SFDS-CONN-003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작성 :OPERATE / secret·서명키 변경 SFDS_CONNECTOR:APPROVE(2인)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88552" y="191109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소스시스템·연동방식·스키마·사용·연동별 설정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88552" y="23225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연동별 큐:종류·ARN / REST:엔드포인트·서명키 / 폴링:URL·cursor / CDC:PII allowlist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서명키·시크릿 원문 미표시(앞3+뒤4) · 변경 4-eyes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소스시스템 식별자 immutable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후 샘플 이벤트 검증 통과 전 ingest 비활성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88552" y="429768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…/source-systems · POST …/credentials/{id}/rotate(2인)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SFDS-MAP-001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85166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스키마·매핑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 레지스트리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 전체  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95827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68979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1396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4548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 버전 검색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194560"/>
            <a:ext cx="6848856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 레지스트리 [고객사: 은행 A] · 행 ▶ → SFDS-MAP-002 (필드 매핑)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56032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스키마 버전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81044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39512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67627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검증 실패(24h)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3508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적용 시작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277977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core-banking.v2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81044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39512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67627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3508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2026-05-01 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298551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core-banking.v1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81044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39512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폐지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67627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3508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2026-01-01 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319125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atm-switch.v1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81044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39512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67627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3508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2026-01-01 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39699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audit-log.v1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81044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39512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67627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21 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3508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2026-01-01 ▶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47672" y="460857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75688" y="470001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스키마 운영 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30552" y="49011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SFDS-MAP-002 (필드 매핑·PII 정책) · 매핑 변경은 4-eyes(2인) candidate 결재 후 effective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30552" y="50840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검증 실패 건수(⚠) 클릭 → SFDS-EVT-001 검증 실패(reject) 필터 프리셋 진입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30552" y="52669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스키마 버전은 SFDS-CONN-003 커넥터 등록 시 선택 · 폐지 버전은 신규 ingest 불가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SFDS-MAP-001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SFDS_MAPPING:READ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소스 시스템·상태 + 스키마 버전 검색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스키마 버전·소스시스템·상태·검증실패(24h)·적용시작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240487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운영중/후보/폐지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265176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검증 실패 발생 버전 ⚠ 강조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28986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SFDS-MAP-002 (필드 매핑/PII 정책)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검증 실패 건수 → SFDS-EVT-001 검증실패(reject) 필터 딥링크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40507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/api/v1/admin/fds/source-systems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SFDS-MAP-002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48" y="827532"/>
            <a:ext cx="10972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8" y="859536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변경 결재(2인)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85166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스키마·매핑 &gt; 필드 매핑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필드 매핑 / PII 정책 — core-banking.v2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SFDS-MAP-001 스키마 레지스트리에서 [스키마 버전 행 ▶] 클릭 → 필드 매핑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47672" y="2066544"/>
            <a:ext cx="68488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215798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필드 매핑 [고객사: 은행 A]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243230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외부 필드(payload)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46220" y="243230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정규화 항목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9864" y="243230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PII 처리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58683" y="2432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57400" y="261518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265176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customer.ssn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46220" y="265176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(저장 안 함)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9864" y="265176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즉시 폐기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58683" y="265176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285750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account.number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46220" y="285750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수단 식별자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9864" y="285750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keyed hash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58683" y="285750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306324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card.pan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46220" y="306324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(저장 안 함)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9864" y="306324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토큰화 후 폐기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58683" y="30632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326898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txn.amount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46220" y="326898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금액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9864" y="326898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그대로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58683" y="32689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347472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device.ip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46220" y="347472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접속 IP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69864" y="347472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58683" y="34747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47672" y="4389120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75688" y="448055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PII allowlist (저장 허용 컬럼) 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30552" y="46817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허용: amount · currency · channelType · institutionCode · country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30552" y="48646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금지(원문): ssn · pan · raw account · raw address · phone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30552" y="50474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※ 매핑·PII 정책 변경은 4-eyes(작성자≠승인자) · [변경 결재]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SFDS-MAP-002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:READ / 변경 SFDS_MAPPING:APPROVE(2인) (4-eyes)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외부 필드·정규화 항목·PII 처리·필수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PII 처리 그대로/마스킹/keyed hash/토큰화 후 폐기/수신 즉시 폐기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고민감(주민번호·PAN) 매핑 불가 → 토큰화·폐기 / FDS-PII-REJECTED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331012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CDC·스냅샷 PII allowlist 필수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372160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필수 항목 매핑 누락 시 결재 차단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41330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SFDS-MAP-001 행 클릭 (스키마 버전 컨텍스트)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454456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[변경 결재(2인)] → SFDS-APPR-001 결재함(MAPPING) 상신 → 승인 후 effective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52852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변경은 새 스키마 candidate 작성·결재 후 effective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58613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PUT …/source-systems/{ss}/mappings(2인) · /approve·/reject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208483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목록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082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도메인 전체 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6324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3639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채널 전체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78808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51960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94376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6752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 전체  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9944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8309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평가 전체  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2194560"/>
            <a:ext cx="684885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목록 (총 142건 · 운영중 118) [고객사: 은행 A] · 행 ▶ → SFDS-RULE-002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18104" y="256032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06924" y="25603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도메인/채널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68746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96862" y="25603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26096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18104" y="277977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수취 즉시 차단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06924" y="277977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국내송금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68746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96862" y="277977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26096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ATM_GEO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18104" y="298551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해외 IP ATM 출금 추가인증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06924" y="298551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ATM출금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68746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추가인증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96862" y="298551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26096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CNP_VEL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18104" y="319125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신규기기 CNP 다발 차단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06924" y="319125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카드결제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68746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승인거부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96862" y="319125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26096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3969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CRYPTO_RISK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18104" y="339699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주소 출금 자금보류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06924" y="339699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가상자산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68746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96862" y="339699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26096" y="33969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360273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TBML_INV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118104" y="360273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인보이스 단가 이상 검토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06924" y="360273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무역대금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68746" y="360273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96862" y="360273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사후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26096" y="360273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비활성 ⚠ ▶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38084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SETTLE_HOLD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118104" y="380847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 셀러 환불급증 정산보류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06924" y="380847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68746" y="38084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96862" y="380847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사후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26096" y="38084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947672" y="470001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75688" y="479145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룰 운영 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49926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SFDS-RULE-002 (룰 상세·조건 요약·버전 히스토리) · [+ 새 룰] → SFDS-RULE-003 (룰 빌더)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1755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빌더에서 [시뮬레이션] → SFDS-RULE-006 백테스트 → [결재 상신] → SFDS-RULE-005 라이프사이클(4-eyes)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3583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임계치만 빠른 변경 → SFDS-RULE-004(Hot-reload) · 비활성(⚠) 행은 사후 자동 비활성·사유 툴팁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:READ / 신규 SFDS_RULE:AUTHOR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도메인·채널·상태·동작·평가 5축 + 룰 번호 검색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룰 번호·이름·도메인/채널·동작·평가·상태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동작 허용/모니터/검토/추가인증/차단/자금보류/동결/규제보고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81635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평가 즉시(실시간)/사후(비동기)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작성/결재대기/운영중/비활성/보관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비활성(자동 비활성) 행 ⚠ + 사유 툴팁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88620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SFDS-RULE-002 (룰 상세) · [+ 새 룰] → SFDS-RULE-003 (빌더)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6268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빌더 → 시뮬(RULE-006) → 결재 상신 → 라이프사이클(RULE-005) → ACTIVE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52029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/api/v1/admin/fds/rules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비활성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208483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MULE_BANK &gt; 현재버전 조건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룰 상세 — ① 현재버전 조건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현재버전 조건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히스토리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6519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3834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Hit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71031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44183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로그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SFDS-RULE-001 룰 목록에서 [룰 행 ▶] 클릭 → 룰 상세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2450592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75688" y="254203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탐지 조건 요약 (자연어) 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30552" y="27432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수취 계좌가 '대포통장 의심' 명단에 있으면, 그 계좌로의 송금을 차단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30552" y="292608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도메인: 국내송금 · 계좌이체 채널 · 거래차단 · 즉시(실시간) 평가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47672" y="3218688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331012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단계별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358444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단계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98317" y="358444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57400" y="376732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3803904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① 대상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98317" y="3803904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수취 계좌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4009644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② 조건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98317" y="4009644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의심 명단 포함 여부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4215383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③ 기간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98317" y="4215383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즉시(실시간) 평가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4421123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④ 탐지 시 동작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98317" y="4421123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차단 + 케이스 자동 개설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40680" y="3218688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50408" y="331012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현재 버전 정보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50408" y="358444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79509" y="358444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50408" y="376732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50408" y="3803904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9509" y="3803904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 (ACTIVE)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50408" y="4009644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79509" y="4009644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50408" y="4215383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79509" y="4215383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50408" y="4421123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 일시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79509" y="4421123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2026-05-15 14:30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0408" y="4626863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노트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79509" y="4626863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감시 그룹 추가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14173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같은 부모 탭 바: 현재버전 조건 / 버전 히스토리 / 기준값 / 최근 Hit / 결재 로그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 활성 버전의 탐지 조건·단계별 동작·자연어 요약 표시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진입: SFDS-RULE-001 목록 → 행 클릭 (룰 번호 컨텍스트)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298094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[새 버전] → SFDS-RULE-003 (룰 빌더)  |  [시뮬레이션] → SFDS-RULE-006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372160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[비활성](OPERATE) / [롤백](APPROVE 2인) → SFDS-RULE-005 라이프사이클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446227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버전 히스토리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47091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…/rules/{id}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08483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MULE_BANK &gt; 버전 히스토리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룰 상세 — ② 버전 히스토리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현재버전 조건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버전 히스토리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6519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3834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Hit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71031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44183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로그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7672" y="2084832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버전 히스토리 (변경 이력 · 7년 보존)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2450592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87752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15868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6572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승인자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37276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활성 일시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0568" y="2450592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노트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267004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87752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ACTIVE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15868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6572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37276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30568" y="267004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감시 그룹 추가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87578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87752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SUPERSEDED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15868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6572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37276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30568" y="287578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최초 버전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08152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87752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ARCHIVED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15868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6572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37276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30568" y="308152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DRAFT(활성화 미완료)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47672" y="45445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75688" y="46360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버전 운영 안내 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30552" y="48371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각 버전 행 클릭 → 해당 버전 조건 상세 펼침(읽기 전용)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30552" y="50200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[롤백] → 이전 SUPERSEDED 버전으로 즉시 복귀 (사유 필수 · APPROVE 2인)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30552" y="52029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모든 버전 변경 이력(작성자·승인자·시각·changeNote) 7년 append-only 보존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14173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히스토리 전수 — 상태별 ACTIVE/SUPERSEDED/ARCHIVED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버전·상태·작성자·승인자·활성 일시·변경 노트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롤백 APPROVE 2인 필요 (사유 입력 필수)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현재버전 조건  /  다음 → ③ 기준값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…/rules/{id}/versions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08483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MULE_BANK &gt; 기준값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룰 상세 — ③ 기준값 (파라미터)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현재버전 조건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히스토리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6519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3834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Hit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71031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44183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로그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7672" y="2084832"/>
            <a:ext cx="335584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현재 기준값 파라미터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245059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파라미터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35589" y="2450592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51051" y="2450592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설명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267004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그룹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35589" y="267004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MULE_ACCOUNTS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51051" y="267004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의심 계좌 차단 그룹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287578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평가 방식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35589" y="287578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즉시(실시간)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51051" y="287578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수신 즉시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308152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35589" y="308152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51051" y="308152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 + 케이스 자동 개설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328726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canary 임계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35589" y="328726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hit율 1% / 평가량 10만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51051" y="328726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초과 시 자동 DISABLED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40680" y="2084832"/>
            <a:ext cx="335584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 (기준값)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50408" y="2450592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3142" y="2450592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5876" y="245059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34065" y="2450592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작업자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50408" y="267004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2026-05-15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3142" y="267004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MULE_OLD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55876" y="267004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MULE_ACCOUNTS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34065" y="267004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50408" y="287578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3142" y="287578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55876" y="287578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MULE_OLD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34065" y="287578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47672" y="38587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75688" y="39502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기준값 빠른 변경 안내 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41513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[기준값 빠른 변경] → SFDS-RULE-004 (임계치만 Hot-reload · 본문 변경 불가)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30552" y="43342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명단 그룹·파라미터 변경은 본 탭에서 확인 후 RULE-004로 이동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30552" y="45171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규제 수치(CTR 임계 등) 빠른 변경 금지 → 4-eyes(새 버전 RULE-003)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 / 빠른 변경 SFDS_RULE:OPERATE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 활성 버전의 파라미터(기준값·명단 그룹·동작·canary 임계) 표시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기준값 변경 이력 — 변경 전/후 값·작업자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[기준값 빠른 변경] → SFDS-RULE-004 Hot-reload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331012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버전 히스토리  /  다음 → ④ 최근 Hit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372160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…/rules/{id} · PUT …/rules/{id} (임계 파라미터만)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08483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MULE_BANK &gt; 최근 Hit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룰 상세 — ④ 최근 Hit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현재버전 조건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히스토리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6519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3834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최근 Hit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71031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44183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224942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229057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24시간  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918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649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결과 전체  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47672" y="2578608"/>
            <a:ext cx="68488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Hit 목록 (결정 조회 SFDS-DEC-001 프리필터)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294436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처리시각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48456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6572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02452" y="294436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금액/통화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3508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 시간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316382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48456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6572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subj_8f..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02452" y="316382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18,200,000 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3508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336956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09:44:05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48456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6572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subj_3c..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02452" y="336956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5,500,000 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3508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38ms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5753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22:11:30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48456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6572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subj_1a..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02452" y="35753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12,000,000 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93508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44ms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78104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18:03:21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48456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6572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subj_7d..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02452" y="378104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8,800,000 원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3508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37ms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47672" y="490118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75688" y="49926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Hit 분석 요약 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5193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최근 24시간 Hit 건수: 142건 · hit율: 0.16% · 오탐(피드백): 12건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SFDS-DEC-002 (해당 결정 상세 · 판정 근거)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30552" y="55595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[전체 결정 조회] → SFDS-DEC-001 룰 번호=MULE_BANK 프리필터 진입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 (DEC-001 READ 포함)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Hit 목록 — 처리시각·결과·대상·금액·처리시간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19933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기간 필터: 최근 1h/24h/7d · 결과 필터: 전체/차단/추가인증/보류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2569463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행 클릭 → SFDS-DEC-002 (결정 상세·판정 근거)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hit율·오탐 피드백은 SFDS-DASH-002 룰 hit rate 패널과 동기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355701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기준값  /  다음 → ⑤ 결재 로그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…/rules/{id}/decisions (DEC-001 ruleNo 프리필터)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08483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MULE_BANK &gt; 결재 로그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룰 상세 — ⑤ 결재 로그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현재버전 조건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히스토리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6519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3834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Hit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71031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44183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결재 로그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7672" y="2084832"/>
            <a:ext cx="6848856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로그 (이 룰의 모든 결재 이력 · 7년 보존)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일시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15868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종류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59" y="2450592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39512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0216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승인자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19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23859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2026-05-15 14:28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15868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 활성화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9159" y="267004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39512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0216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919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23859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감시 그룹 추가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2026-05-15 14:10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15868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 활성화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09159" y="287578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39512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0216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60919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23859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 중(완료)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 10:05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15868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 활성화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09159" y="308152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39512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0216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60919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23859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최초 버전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32872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 09:50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15868" y="32872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 활성화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09159" y="328726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39512" y="32872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00216" y="32872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60919" y="32872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23859" y="32872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 중(완료)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47672" y="47731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75688" y="48646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결재 이력 안내 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30552" y="50657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 룰과 연관된 모든 결재(활성화·롤백·비활성) 이력 표시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30552" y="52486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각 행 클릭 → SFDS-APPR-001 결재함 해당 건 상세(payload_hash·결재 단계)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30552" y="54315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append-only · 작성자≠승인자 maker-checker 보증 · 7년 보존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14173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 룰의 전체 결재 이력(활성화·롤백·비활성) 7년 보존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결재일시·종류·버전·상신자·승인자·결과·비고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22402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행 클릭 → SFDS-APPR-001 해당 결재 건 상세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maker-checker(작성자≠승인자) 규칙 검증 기록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④ 최근 Hit  (룰 상세 5탭 끝)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…/approvals?subjectId={ruleId}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DSL 토글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208483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룰 빌더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빌더 (멀티도메인, 문장형)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700784"/>
            <a:ext cx="6848856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조건 (문장형) [고객사: 은행 A]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① 도메인 · 대상 *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가상자산 출금 ▼   ·   회원별 ▼ (회원/계좌/수단/상대방/단말기/가맹점/셀러/직원)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② 측정 · 기간 *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지갑주소 위험점수 ▼ (금액합계/건수/상대방수/주소위험/믹서…)  ·  최근 24시간 ▼ 동안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③ 기준값(임계치) *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80 점 ▼  이상이면 탐지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3419856"/>
            <a:ext cx="6848856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75688" y="3520440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⑥ 추가 조건 — 여러 조건을 AND/OR로 결합 (기본 조건과 함께 평가)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75688" y="3767328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75688" y="3886200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결합 방식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53512" y="3886200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sz="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모두 만족(AND)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73752" y="3886200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○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하나라도(OR)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75688" y="4096512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30552" y="4165092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42616" y="4137660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97480" y="4165092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등록 경과일  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79745" y="4137660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34609" y="4165092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미만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30166" y="4137660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85030" y="4165092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 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4165092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75688" y="4370832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75688" y="4375404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75688" y="4558284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30552" y="4626864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42616" y="4599432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697480" y="4626864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정보  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79745" y="4599432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34609" y="4626864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 ▼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730166" y="4599432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85030" y="4626864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누락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03920" y="4626864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75688" y="4832604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75688" y="4837176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75688" y="5020056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30552" y="5088636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642616" y="5061204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97480" y="5088636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상대방 위험등급  ▼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279745" y="5061204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34609" y="5088636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이상  ▼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730166" y="5061204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785030" y="5088636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High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03920" y="5088636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75688" y="5349240"/>
            <a:ext cx="868680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75688" y="538581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조건 추가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035808" y="5349240"/>
            <a:ext cx="1129284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035808" y="5385816"/>
            <a:ext cx="112928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그룹(괄호) 추가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56832" y="5385816"/>
            <a:ext cx="2011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간 결합: AND ▼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47672" y="5788152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75688" y="587959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룰 미리보기 — 자연어 (⑦ 탐지 시 동작 포함) 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608076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가상자산 출금·회원별 위험점수 ≥ 80점 이고, 추가조건[등록 7일 미만 AND Travel Rule 누락 AND 상대방 High↑] 모두 만족이면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626364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→ 자금 보류 + 컴플라이언스 케이스 자동 개설      [임시저장(DRAFT)]   [시뮬레이션 후 결재 상신(SUBMITTED)]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SFDS_RULE:AUTHOR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문장형 빌더 ①도메인 ②대상 ③측정 ④기간 ⑤기준값 ⑥추가조건 ⑦동작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⑥ 추가 조건 여러 조건을 AND(모두 만족)/OR(하나라도)로 결합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각 조건 = 필드 + 연산자 + 값 (업무 용어 드롭다운, 변수·필드명 미노출)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331012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연산자 이상/이하/미만/초과/같음/포함/누락 등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72160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그룹(괄호)으로 (A AND B) OR C 중첩 결합 지원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41330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조건(①~⑤)과 추가 조건은 기본 AND 결합(토글 가능)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미리보기 자연어로 결합 논리 확인 후 결재 상신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49560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쉬운 구성 ↔ DSL(JSON) 양방향 동기화(고급)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53675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POST/PUT …/rules · GET …/feature-catalog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08483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기준값 빠른 변경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기준값(임계치) 빠른 변경 (Hot-reload)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6848856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기준값 빠른 변경 — [CRYPTO_RISK] [고객사: 은행 A]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 기준값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84448" y="223113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80 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새 기준값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85 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사유 *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오탐 비율 상승 반영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티켓 번호 *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84448" y="329184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0" y="333298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OPS-2026-0517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반영 시간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84448" y="369417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 후 약 30초 안에 전 인스턴스 반영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70648" y="3785616"/>
            <a:ext cx="1179576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70648" y="3826764"/>
            <a:ext cx="11795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적용(약 30초)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47688" y="378561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47688" y="382676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SFDS_RULE:OPERATE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동작 룰 본문은 두고 임계치 값만 변경하는 빠른 경로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새 기준값 · 변경 사유 · 처리 티켓 번호(필수)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88552" y="240487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사유·티켓 미입력 시 제출 불가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 후 약 30초 안에 전 인스턴스 반영(설정 poll)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88552" y="3063239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본문(조건·단계) 변경 불가 → 새 버전(RULE-003) 4-eyes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88552" y="363931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규제 수치(CTR 임계 등) 빠른 변경 금지 → 4-eyes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88552" y="40507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PUT …/rules/{id} (임계 파라미터만)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SFDS-RULE-005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08483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라이프사이클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결재·활성화·롤백·중지 (라이프사이클)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75688" y="17922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[ 4-eyes 워크플로 (작성자 ≠ 승인자)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30552" y="1993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1. 작성자 룰 생성(DRAFT) → 2. 시뮬레이션 실행(과거 이벤트)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30552" y="21762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3. 활성화 상신 /activate → 4-eyes 결재 게이트 자동 생성(approval_status=SUBMITTED)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30552" y="23591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4. 승인자 검토·승인(APPROVED) → 5. BE relay → 룰 ACTIVE(canary)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2651760"/>
            <a:ext cx="6848856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27432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라이프사이클 동작·권한·검증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301752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81044" y="3017520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권한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37276" y="3017520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검증·규칙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57400" y="32004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323697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활성화 상신(activate)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81044" y="323697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SFDS_RULE:AUTHOR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37276" y="3236976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 활성 아님 — 결재 게이트(SUBMITTED) 자동 생성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344271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승인(approve)(2인)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81044" y="344271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SFDS_RULE:APPROVE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37276" y="3442716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작성자=승인자 → FDS-APPROVAL-SELF(409)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364845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relay → 활성(ACTIVE)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81044" y="364845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BE 자동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37276" y="3648456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 후 BE relay가 ACTIVE 전이(canary)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385419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롤백(rollback)(2인)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81044" y="385419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SFDS_RULE:APPROVE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37276" y="3854196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이전 SUPERSEDED 버전 복귀(사유 필수)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4059935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중지(suspend)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81044" y="4059935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SFDS_RULE:OPERATE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37276" y="4059935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사유+재개 예정일 / canary 자동중지 구분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상신 AUTHOR / 승인·롤백 APPROVE / 중지 OPERATE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88552" y="17465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DRAFT→시뮬레이션→activate(상신=SUBMITTED)→승인→relay→ACTIVE(canary)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88552" y="24871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activate=결재 상신, 즉시 활성 아님(결재 게이트 자동 생성)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approve 작성자=승인자 차단 FDS-APPROVAL-SELF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미승인 relay 차단 FDS-APPROVAL-REQUIRED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88552" y="38862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rollback 이전 SUPERSEDED 버전 즉시 복귀(사유 필수)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activate 후 canary hit율·평가량 초과 시 자동 DISABLED+알림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88552" y="50383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동시 수정 충돌 FDS-STATE-CONFLICT(409)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88552" y="544982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…/activate(2인) · /rollback(2인) · /disable · approvals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SFDS-RULE-006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DSL 토글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208483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시뮬레이션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시뮬레이션 (백테스트 · 과거 데이터)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700784"/>
            <a:ext cx="6848856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시뮬레이션 설정 [고객사: 은행 A]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룰 *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신규 빌더 룰(미저장 ruleJson) ▼    |    기존 룰 [MULE_BANK] 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과거 데이터 기간 *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[2026-05-01 00:00]  ~  [2026-05-31 23:59]    빠른선택: 최근 7일/30일/90일 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평가 범위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도메인 가상자산 출금 ▼   ·   채널 전체 ▼   ☑ 현재 운영 룰과 비교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71232" y="3374136"/>
            <a:ext cx="1078992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71232" y="3415284"/>
            <a:ext cx="10789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시뮬레이션 실행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47672" y="3886200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947672" y="3886200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404164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탐지(Hit) 건수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4251960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1,284 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45628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예상 Hit율 0.31%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87318" y="3886200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87318" y="3886200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97046" y="404164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차단 시 영향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97046" y="4251960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902 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7046" y="45628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자금보류 902 · 케이스 88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26964" y="3886200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26964" y="3886200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36692" y="404164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추정 오탐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36692" y="4251960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6.4 %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36692" y="45628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현재 룰 대비 +0.7%p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66609" y="3886200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166609" y="3886200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276338" y="404164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평가 이벤트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76338" y="4251960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412,900 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76338" y="45628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2026-05-01 ~ 05-31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47672" y="4928616"/>
            <a:ext cx="6848856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57400" y="5020056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샘플 Hit (과거 기간 · 상위 점수순)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52943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83280" y="529437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39512" y="52943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측정값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97980" y="529437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점수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3508" y="52943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 동작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57400" y="5477256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5513832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05-14 02:11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83280" y="5513832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39512" y="551383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지갑위험 0.94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97980" y="551383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3508" y="551383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5719572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05-22 19:40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83280" y="5719572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cust_…777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39512" y="571957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지갑위험 0.91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97980" y="571957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93508" y="571957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47672" y="6153912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75688" y="624535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시뮬레이션 권고 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644652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임계치 80→78점이면 Hit +14% · 추정 오탐 +2.1%p (오탐/적중 균형 검토)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66294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[결과 저장(simulationId)]   [이 결과 첨부해 결재 상신]   [룰 빌더로 돌아가기]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SFDS_RULE:AUTHOR (fds:rule:simulate)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신규 빌더 룰(미저장 ruleJson) 또는 기존 룰(ruleId)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23225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과거 데이터 기간 sampleWindow[from~to] · 최근 7/30/90일 빠른선택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8986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 예상 Hit율(estimatedHitRate)·차단 영향·추정 오탐·평가 이벤트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샘플 Hit 목록(상위 점수) · 현재 운영 룰 대비 비교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권고 임계치 조정 시 Hit·오탐 변화 추정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42976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결과는 결재 상신 시 첨부(즉시 평가 룰 필수)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470916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과거 적재 이벤트 기준(read-only) · raw PII 미노출(토큰)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52852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…/rules/simulations · GET …/rules/simulations/{id}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SFDS-GRP-001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그룹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그룹·명단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 목록 / 멤버 조회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700784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57400" y="179222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 목록 [고객사: 은행 A]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206654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그룹 코드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1396" y="20665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9512" y="20665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용도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7628" y="20665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등록 방식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20665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활성 멤버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57400" y="224942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228600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MULE_ACCOUNTS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1396" y="228600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계좌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39512" y="228600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67628" y="228600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228600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249174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WATCHLIST_PEP_REF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11396" y="24917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39512" y="24917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67628" y="249174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249174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342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269748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BLACKLIST_IP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11396" y="26974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39512" y="26974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67628" y="269748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20" y="269748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156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90322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ALLOWLIST_VIP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11396" y="29032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39512" y="29032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허용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67628" y="29032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0920" y="29032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88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3520440"/>
            <a:ext cx="6848856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361188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 MULE_ACCOUNTS 멤버 (1,204) · [+ 멤버 추가] [CSV]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88620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식별자(마스킹)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48456" y="388620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39512" y="388620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등록일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65392" y="388620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91272" y="388620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57400" y="406908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57400" y="410565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110****4567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48456" y="410565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신고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39512" y="41056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65392" y="41056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91272" y="410565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431139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220****8901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48456" y="431139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다발 차단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39512" y="43113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2026-05-22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65392" y="43113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2026-06-21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91272" y="431139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해제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47672" y="5020055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75688" y="511149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그룹·명단 운영 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30552" y="53126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그룹 행 클릭 → 하단 멤버 패널 로드 · [+ 멤버 추가]/[CSV] → SFDS-GRP-002 (멤버 추가·해제·연장 4-eyes)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30552" y="54955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[+ 새 그룹] → SFDS-GRP-003 (그룹 마스터 등록) · 그룹은 틀만 생성, 멤버는 GRP-001/002에서 등록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30552" y="56784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룰 빌더(RULE-003)에서 '룰 hit 자동등록' 그룹은 탐지 시 대상 자동 추가 · 명단 변경 즉시 차단 캐시 무효화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SFDS-GRP-001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SFDS_GROUP:READ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14173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그룹 코드·종류·용도·등록 방식·활성 멤버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종류(표시 9종) 회원/계좌/수단/단말기/IP/이메일/상대방/가맹점/셀러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240487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 → 저장 member_kind 3종(SUBJECT/INSTRUMENT/COUNTERPARTY) 환원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314553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용도 차단/허용/감시/뮬 네트워크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방식 수동/자동(룰 hit 시)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멤버 식별자 PII 마스킹(앞3+뒤4) · 만료 임박 하이라이트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421538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[+ 멤버 추가]/[CSV] → SFDS-GRP-002 · [+ 새 그룹] → SFDS-GRP-003 (ADMIN만)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49560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…/risk-groups · /{id}/members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SFDS-GRP-002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그룹·명단 &gt; 멤버 운영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멤버 추가·해제·연장 (CSV)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6848856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멤버 추가 (단건/CSV 일괄) — MULE_ACCOUNTS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식별자 종류 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계좌 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식별자 *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토큰/해시 입력 (원문 미저장)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사유 *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대포통장 신고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만료일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84448" y="329184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0" y="333298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2026-09-21  (비우면 영구)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CSV 일괄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84448" y="3675887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75888" y="3694176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369417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파일 업로드 → 검증·미리보기 → 확정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0" y="3602736"/>
            <a:ext cx="877824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0" y="3643884"/>
            <a:ext cx="877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추가(2인)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0" y="360273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364388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4114800"/>
            <a:ext cx="6848856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420624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 요약 · 버튼 시나리오 (진입: SFDS-GRP-001 [+ 멤버 추가]/[CSV])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448056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50691" y="4480560"/>
            <a:ext cx="5436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규칙 · 결과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7400" y="466344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47000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[추가(2인)]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50691" y="4700016"/>
            <a:ext cx="5436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단건/CSV → 4-eyes(2인) 승인 후 명단 반영 · 중복 → FDS-IDEMPOTENT-CONFLICT(409) 스킵 리포트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49057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[해제]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50691" y="4905756"/>
            <a:ext cx="5436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사유 필수 · 즉시 효과(차단 캐시 무효화) · 이력 7년 → 차단 룰 즉시 미적용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51114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[연장]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50691" y="5111496"/>
            <a:ext cx="5436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만료일 갱신(사유 권장) · 완료 후 SFDS-GRP-001 목록 복귀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SFDS-GRP-002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SFDS_GROUP:OPERATE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추가 식별자 종류·식별자·사유·만료일 / CSV 일괄(검증·미리보기)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해제 사유 필수 · 즉시 효과 · 이력 7년 보존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256946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연장 만료일 갱신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281635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중복 등록 FDS-IDEMPOTENT-CONFLICT(409) · CSV 중복/오류 스킵 리포트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self-service 방지(본인·관련 계정 직접 변경 불가)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PII 식별자 CSV도 토큰/해시 저장(원문 미저장)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42153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…/members(2인) · DELETE …/members/{ref}(2인)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SFDS-GRP-003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그룹·명단 &gt; 그룹 등록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 등록 / 수정 (마스터 생성)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6848856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 마스터 등록 [고객사: 은행 A]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코드 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MULE_ACCOUNTS (영문 대문자·숫자·_ · 변경 불가)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종류 *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계좌 ▼ (회원/계좌/수단/단말기/IP/이메일/상대방/가맹점/셀러)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용도 *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84448" y="296265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(●) 차단  ( ) 허용  ( ) 감시  ( ) 뮬 네트워크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방식 *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84448" y="332841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(●) 수동 등록   ( ) 자동(룰 hit 시)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룰 hit 자동등록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84448" y="3675887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5888" y="3694176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369417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탐지 시 대상을 이 그룹에 자동 추가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75688" y="40599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만료(일)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84448" y="40233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0" y="40645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90  (비우면 영구·자동 해제 안 함)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75688" y="44256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설명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84448" y="43891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0" y="44302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대포통장 의심 계좌 차단 그룹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8704" y="4608576"/>
            <a:ext cx="731520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18704" y="46497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등록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95744" y="460857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95744" y="46497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SFDS-GRP-003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SFDS_GROUP:ADMIN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그룹 코드·종류·용도·등록 방식·자동등록·기본 만료·설명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88552" y="19933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코드 immutable·unique · 중복 FDS-VALIDATION-001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88552" y="2569463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종류 생성 후 변경 불가(식별자 체계 상이)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자동+autoEnrollOnHit 그룹만 룰 빌더 자동등록 대상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그룹은 틀만 생성 · 멤버는 GRP-001/002에서 등록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비활성은 멤버 0 확인 후 · 이력 7년 보존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88552" y="42153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POST/PUT /api/v1/admin/fds/risk-groups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SFDS-DEC-001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55117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탐지 결정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 조회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번호  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6324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3639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78808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51960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 전체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94376" y="1865376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67528" y="1906524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from~to  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47672" y="2194560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 조회 [고객사: 은행 A] (거래 1건 ≠ 결정 1건) · 행 ▶ → SFDS-DEC-002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처리시각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15868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1748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02452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0568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91272" y="25603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15868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1748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02452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30568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subj_8f..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91272" y="277977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 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11:01:55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15868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ATM_GEO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41748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추가인증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02452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추가인증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0568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subj_3a..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91272" y="298551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 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11:00:02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15868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CRYPTO_RISK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41748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02452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30568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subj_7c..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91272" y="319125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사후 ▶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10:58:44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15868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TBML_INV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41748" y="33969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02452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33969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subj_55..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91272" y="339699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사후 ▶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47672" y="465429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75688" y="474573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결정에서 조사로 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0552" y="49469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SFDS-DEC-002 (결정 상세·판정 근거·후속 조치 링크)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51297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대상(subject) 클릭 → SFDS-DEC-003 (Subject 통합 타임라인) · 룰 번호 → SFDS-RULE-002 최근 Hit 탭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30552" y="53126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결정 → 액션(SFDS-ACT-001) → 케이스(SFDS-CASE-001) → 결재(SFDS-APPR-001) → 규제 보고(SFDS-REG-001)로 이어짐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SFDS-DEC-001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SFDS_DECISION:READ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룰 번호·대상·동작·기간(기본 최근 24h)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처리시각·룰 번호·동작·결과·대상·평가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240487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 통과/차단/추가인증/보류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동작 허용/검토/추가인증/차단/자금보류/동결/규제보고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3063239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한 거래 여러 룰 → 여러 행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3310127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결정 13개월 즉시 조회 / 이상은 장기 보관소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721607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SFDS-DEC-002 (결정 상세) · 대상 클릭 → SFDS-DEC-003 (타임라인)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4462271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핵심 플로우 결정 → 액션(ACT) → 케이스(CASE) → 결재(APPR) → 규제 보고(REG)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52029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/api/v1/fds/decisions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SFDS-DEC-002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55117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탐지 결정 &gt; 상세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결정 상세 (판정 근거) · [MULE_BANK] 차단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SFDS-DEC-001 탐지 결정 목록에서 [결정 행 ▶] 클릭 → 결정 상세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2066544"/>
            <a:ext cx="335584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57400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243230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1956" y="243230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57400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7400" y="265176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번호+버전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1956" y="265176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 v2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85750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 / 결과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11956" y="285750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 / 차단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306324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처리시각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1956" y="306324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326898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시간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11956" y="326898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347472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평가 방식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1956" y="347472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즉시(실시간)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0680" y="2066544"/>
            <a:ext cx="335584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50408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판정 근거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50408" y="243230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16781" y="2432304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50408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50408" y="265176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16781" y="265176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수취 계좌 명단 포함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50408" y="285750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16781" y="285750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명단(대포통장 의심)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50408" y="306324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집계값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16781" y="306324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동일 계좌 송신자 8명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50408" y="326898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모델 점수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16781" y="326898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외부 모델 제공(표시만)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3977639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4069079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거래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4343400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86501" y="4343400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57400" y="4526280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57400" y="4562856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86501" y="4562856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4768596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유형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86501" y="4768596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계좌이체 송금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4974336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금액/통화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86501" y="4974336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18,200,000 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5180075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상태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186501" y="5180075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차단됨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40680" y="3977639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50408" y="4069079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후속 조치 (딥링크)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50408" y="434340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16781" y="434340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50408" y="4526280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50408" y="4562856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자동등록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16781" y="4562856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의심 → SFDS-GRP-001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50408" y="4768596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개설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16781" y="4768596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case_77f0 → SFDS-CASE-002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50408" y="4974336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발행 액션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16781" y="4974336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차단 → SFDS-ACT-001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50408" y="5180075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16781" y="5180075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→ SFDS-DEC-003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SFDS-DEC-002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SFDS_DECISION:READ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판정 추적번호·룰 번호+버전·동작·결과·처리시각·처리시간·평가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판정 근거 집계값·기준값·충족 조건 + 모델 점수·설명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거래 원본 거래/이벤트 링크·소스·유형·금액·상태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SFDS-DEC-001 행 클릭 (결정 추적번호 컨텍스트)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32278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후속 조치 딥링크 그룹등록(GRP-001)·액션(ACT-001)·케이스(CASE-002)·타임라인(DEC-003)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'왜 차단/탐지'를 사람이 읽도록 설명(감사·CS 핵심)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43799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ML 점수는 외부 소관(수신값·설명만, 산출 로직 미노출)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47914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/api/v1/fds/decisions/{decisionId}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SFDS-DEC-003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55117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탐지 결정 &gt; Subject 타임라인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Subject(대상) 타임라인 (조사)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865376"/>
            <a:ext cx="2482596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906524"/>
            <a:ext cx="2391156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대상: subj_8f.. (KYC 2단계)  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39996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3148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2194560"/>
            <a:ext cx="6848856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통합 타임라인 (이벤트·결정·그룹·액션·케이스·보고 머지, 시간 desc)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50691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1396" y="2560320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50691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1396" y="2779776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거래차단·차단 · 송금 18,200,000원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50691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11396" y="2985516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자동등록(대포통장 의심, 만료 2026-09-04)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50691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11396" y="3191256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개설(대포통장 조사, case_77f0) [케이스로 이동]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06-04 09:14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50691" y="33969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11396" y="3396996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[ATM_GEO] 추가인증 · ATM 출금 요청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360273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06-02 13:20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50691" y="360273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11396" y="3602736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단말기 변경(기기 정보 변경 감지)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38084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06-01 10:05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50691" y="38084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11396" y="3808476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생성(영업일 누계 52만 페소) [규제 보고로 이동]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SFDS-DEC-003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SFDS_DECISION:READ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1명의 이벤트·결정·그룹등록·액션·케이스·규제보고 단일 타임라인 머지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정렬 시간 desc · 기간 필터(기본 최근 30일)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88552" y="256946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각 항목 상세 화면 딥링크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조사 목적 조회는 감사 로그에 기록(누가 무엇을 조회)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식별자 토큰/해시 기반 · 원문 회원정보는 고객사 소스 소관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88552" y="363931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/api/v1/evidence/fds/cases/{caseId}/timeline (+필터 머지)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SFDS-EVT-001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78434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이벤트 조회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Canonical 이벤트 조회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 전체  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95827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68979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종류 전체 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43983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1713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5955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3270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 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4827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수단  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2194560"/>
            <a:ext cx="6848856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Canonical 이벤트 조회 [고객사: 은행 A]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256032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발생시각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81044" y="256032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소스시스템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72100" y="256032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이벤트 종류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금액/통화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277977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81044" y="277977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72100" y="277977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요청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20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18.2M / 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98551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10:58:30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81044" y="298551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72100" y="298551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출금 요청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920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200K / 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319125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10:55:12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81044" y="319125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legacy-card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72100" y="319125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 요청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0920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52K / 원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415137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75688" y="424281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정규화 항목 (fds_canonical_events · raw 미저장) 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30552" y="44439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tenantId · sourceSystem · schemaVersion · eventId · idempotencyKey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30552" y="46268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eventType · occurredAt · subjectRef · transactionRef · channelType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30552" y="48097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amount/currency · payloadHash (raw payload 미저장)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SFDS-EVT-001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SFDS_DECISION:READ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소스 시스템·이벤트 종류·대상·거래·수단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발생시각·소스시스템·이벤트 종류·금액/통화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SFDS-DEC-001 (이 이벤트가 생성한 결정 목록 역참조)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PII(IP·계좌해시·이메일) BE 마스킹(앞3+뒤4)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raw payload 원칙 미저장 · 저장 시 break-glass+감사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검증 실패(reject) 별도 필터 · payloadHash+사유만 보존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13개월 hot / 이상 장기 보관소(서명 URL)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49560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/api/v1/fds/events/{eventId}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SFDS-ACT-001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01752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액션 운영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큐 / 아웃박스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조치 종류 전체  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99815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7296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15383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88536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시스템 전체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3540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6692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추적 번호 검색  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47672" y="2194560"/>
            <a:ext cx="6848856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아웃박스 [고객사: 은행 A] (BE outbox 자동 재시도·DLQ BE 운영)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발행시각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15868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조치 종류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59" y="256032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 시스템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0216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3508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15868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차단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59" y="277977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0216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발행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3508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11:00:05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15868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 보류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9159" y="298551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crypto-wallet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0216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승인됨🔒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3508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10:59:40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15868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 거부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09159" y="319125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0216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3508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일시적 응답없음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10:55:20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15868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정산 보류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09159" y="339699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settlement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0216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실패 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93508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권한 없음(404)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47672" y="479145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75688" y="488289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하단 동작 · 책임 경계 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30552" y="50840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발단 결정 SFDS-DEC-002 (이 액션을 만든 판정 근거) · [상태 조회] 최신 발행 상태·재시도 횟수 재조회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30552" y="52669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결재대기(APPROVAL_REQUIRED) 행 → SFDS-APPR-001 결재함에서 승인(2인) 후 BE relay 발행 (수동 재시도 버튼 없음)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30552" y="54498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재시도=BE outbox 자동(지수 백오프, 5회 초과 → fds-actions-dlq) · DLQ 재처리=BE 운영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SFDS-ACT-001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SFDS_VIEWER / 운영 모니터링 SFDS_ACTION:OPERATE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 (재시도는 BO 권한 아님 — BE relay 소관)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조치 종류·상태·대상 시스템 + 추적 번호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발행시각·조치 종류·대상 시스템·상태·오류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대기/결재대기/승인됨/발행/수신확인/실패/취소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SFDS-DEC-002 (발단 결정·판정 근거) · 하단 [상태 조회]만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재시도=BE outbox 자동 · 5회 초과 → DLQ · DLQ 재처리 BE 운영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45445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자금/규제 액션 결재대기 → SFDS-APPR-001 승인(2인) 후 BE relay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51206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sandbox shadow-only 발행 행 없음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55321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/api/v1/fds/actions/{actionId} (상태 조회)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SFDS-ACT-002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48" y="827532"/>
            <a:ext cx="10972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8" y="859536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변경 결재(2인)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301752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액션 운영 &gt; Capability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Capability 매트릭스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SFDS-TNT-002 고객사 상세 ③ 마스킹·보안 탭 [조치 권한 매트릭스 ▶] 클릭 → Capability 매트릭스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47672" y="2066544"/>
            <a:ext cx="6848856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215798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Capability 매트릭스 [고객사: 은행 A] (룰 동작이 벗어나면 케이스만)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24323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48456" y="2432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차단전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77690" y="2432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승인거부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73218" y="2432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68746" y="2432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보류해제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4274" y="243230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243230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7566" y="2432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57400" y="261518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265176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48456" y="265176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77690" y="265176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73218" y="265176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68746" y="265176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4274" y="265176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20" y="265176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7566" y="265176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285750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48456" y="285750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77690" y="285750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73218" y="285750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68746" y="285750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4274" y="285750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0920" y="285750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7566" y="285750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06324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legacy-card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48456" y="30632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77690" y="306324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73218" y="306324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68746" y="306324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64274" y="306324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60920" y="306324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57566" y="30632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326898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48456" y="32689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77690" y="326898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73218" y="326898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68746" y="326898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64274" y="326898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60920" y="326898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57566" y="32689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47472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settlement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48456" y="34747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77690" y="34747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73218" y="34747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68746" y="34747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64274" y="347472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60920" y="347472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57566" y="34747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SFDS-ACT-002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SFDS_VIEWER / 변경 SFDS_ACTION:APPROVE(2인) (4-eyes)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191109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시스템별 FDS 가능 조치 정의(control_capability 9종)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24871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Capability 차단전·승인거부·자금보류·보류해제·취소·정지·케이스만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3063239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룰 동작이 Capability 벗어나면 케이스 생성만(CAN_OPEN_CASE_ONLY)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363931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미지원 조치 발행 시 액션 실패(권한 없음 404)로 표면화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40507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4-eyes(작성자≠승인자) · 이력 7년 보존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…/source-systems · PUT …/{ss}(2인)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SFDS-CASE-001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케이스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325069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케이스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목록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0824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유형 전체 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95827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68979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1396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454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우선순위 전체  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26964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0011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담당자 전체  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4253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1568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검색  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2194560"/>
            <a:ext cx="684885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목록 [고객사: 은행 A] · 행 ▶ → SFDS-CASE-002 (케이스 상세)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번호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50691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6572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04688" y="25603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우선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67627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95744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23860" y="25603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SLA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50691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조사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6572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subj_8f..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4688" y="277977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67627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95744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23860" y="277977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14h 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50691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조사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6572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subj_3a..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04688" y="298551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67627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95744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23860" y="298551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미배정 ▶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50691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무역금융 검토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6572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subj_7c..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04688" y="319125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67627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95744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종결 상신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23860" y="319125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400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50691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감사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6572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actor_55.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04688" y="339699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67627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audit.c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95744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23860" y="339699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8h ▶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47672" y="470001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75688" y="479145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케이스 발단·진행 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30552" y="49926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SFDS-CASE-002 (케이스 상세·타임라인·연결 결정·종결)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30552" y="51755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발단 결정 자동 개설(SFDS-DEC-002 후속 조치) · 수동 [+ 케이스] · 미배정 케이스는 [배정](OPERATE) 후 조사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30552" y="53583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상세에서 [규제 보고 전환] → SFDS-REG-001 큐(aml-svc 위임) · [종결 상신] → 4-eyes 종결 승인(2인)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SFDS-CASE-001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SFDS_CASE:READ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14173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케이스 유형·상태·우선순위·담당자 + 대상 검색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케이스 번호·유형·대상·우선·담당자·상태·SLA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224028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우선순위 치명/높음/중간/낮음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24871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신규/배정/조사중/규제전환/종결 상신/사기확정·오탐·보고후 종결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헤더 진행·기한 임박·기한 초과 요약 · 임박/초과 행 강조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미배정 케이스 분석가 배정(OPERATE) 후 조사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38862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SFDS-CASE-002 (케이스 상세·종결·규제 전환)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446227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발단 결정(DEC-002) 자동 개설 · 수동 [+ 케이스] · 규제 전환 → SFDS-REG-001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52029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/api/v1/fds/cases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48" y="827532"/>
            <a:ext cx="10972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8" y="859536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종결 승인(2인)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325069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케이스 관리 &gt; case_77f0 &gt; 개요·증적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① 개요·증적 (case_77f0)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개요·증적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59352" y="1700784"/>
            <a:ext cx="96926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32504" y="1741932"/>
            <a:ext cx="8412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연결 결정·거래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0056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93208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코멘트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SFDS-CASE-001 케이스 목록에서 [케이스 행 ▶] 클릭 → 케이스 상세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450592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개요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816352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86501" y="2816352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57400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303580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번호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86501" y="303580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324154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86501" y="324154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조사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344728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86501" y="344728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 (SLA 기한 14h)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365302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우선순위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86501" y="365302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385876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86501" y="385876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406450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트리거 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86501" y="406450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40680" y="2450592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50408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증적 (Evidence)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50408" y="2816352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9509" y="2816352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50408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50408" y="303580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결정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9509" y="303580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1건 (거래차단)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50408" y="324154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거래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9509" y="324154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1건 (송금 18,200,000원)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50408" y="344728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증거 요약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79509" y="344728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수취 계좌 명단 일치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50408" y="365302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 신호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79509" y="365302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동일 계좌 송신자 8명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50408" y="385876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등록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79509" y="385876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의심 (자동)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47672" y="3995928"/>
            <a:ext cx="6848856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075688" y="4105656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종결 처리 (4-eyes) · [배정] → 담당 지정 / [규제 보고 전환] → SFDS-REG-001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075688" y="4361688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075688" y="452628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584448" y="4489704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57600" y="4530852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analyst.a ▼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75688" y="489204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분류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584448" y="4855464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600" y="4896612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사기 확정 / 오탐 / 추가조사 ▼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75688" y="525780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종결 사유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584448" y="5221224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57600" y="5262372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조사 결과 사유 입력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70648" y="4846320"/>
            <a:ext cx="1179576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70648" y="4887468"/>
            <a:ext cx="11795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종결 승인(2인)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601968" y="4846320"/>
            <a:ext cx="777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601968" y="4887468"/>
            <a:ext cx="777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종결 상신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31536" y="4846320"/>
            <a:ext cx="10789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431536" y="4887468"/>
            <a:ext cx="10789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전환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08576" y="4846320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608576" y="488746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배정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SFDS-CASE-002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조사 SFDS_CASE:OPERATE / 종결 승인 SFDS_CASE:APPROVE(2인) (4-eyes)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91109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같은 부모 탭 바: 개요·증적 / 타임라인 / 연결 결정·거래 / 코멘트 (4탭 연속)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4871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케이스 개요 트리거 룰·유형·상태·우선순위·담당자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증적 연결 결정/거래·증빙·위험 신호·명단 등록 여부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진입: SFDS-CASE-001 목록 → 행 클릭 (케이스 번호 컨텍스트)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8862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[종결 상신] → 다른 승인자 [종결 승인(2인)] (FDS-APPROVAL-SELF 차단)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446227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타임라인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70916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…/cases/{id} · /assign · /close(2인)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25069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케이스 관리 &gt; case_77f0 &gt; 타임라인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② 타임라인 (case_77f0)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개요·증적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59352" y="1700784"/>
            <a:ext cx="96926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32504" y="1741932"/>
            <a:ext cx="8412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연결 결정·거래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0056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93208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코멘트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47672" y="2249424"/>
            <a:ext cx="1522476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20824" y="2290572"/>
            <a:ext cx="1431036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대상: subj_8f..  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79876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3028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2578608"/>
            <a:ext cx="6848856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통합 타임라인 (이벤트·결정·그룹·액션·케이스·보고 머지 · DEC-003 뷰)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50691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11396" y="2944368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50691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11396" y="316382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거래차단·차단 · 송금 18,200,000원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50691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11396" y="336956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자동등록(대포통장 의심, 만료 2026-09-04)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50691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11396" y="357530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개설(대포통장 조사, case_77f0)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06-04 09:14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50691" y="3781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11396" y="378104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[ATM_GEO] 추가인증 · ATM 출금 요청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98678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06-02 13:20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50691" y="39867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11396" y="3986783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단말기 변경(기기 정보 변경 감지)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419252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06-01 10:05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50691" y="419252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11396" y="4192523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생성(영업일 누계 52만 페소)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47672" y="526694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75688" y="53583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타임라인 안내 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30552" y="55595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각 항목 클릭 → 해당 화면 상세 딥링크(결정→DEC-002, 케이스→CASE-002, 규제 보고→REG-001)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30552" y="57424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조사 목적 조회는 감사 로그에 기록(누가 무엇을 조회) · 기간 필터(기본 30일)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SFDS-CASE-002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SFDS_CASE:OPERATE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 케이스 대상의 이벤트·결정·그룹·액션·규제 보고 단일 타임라인 머지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정렬 시간 desc · 기간 필터(기본 최근 30일)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256946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각 항목 상세 화면 딥링크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281635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조사 목적 조회 감사 로그 기록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개요·증적  /  다음 → ③ 연결 결정·거래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/api/v1/evidence/fds/cases/{caseId}/timeline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25069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케이스 관리 &gt; case_77f0 &gt; 연결 결정·거래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③ 연결 결정·거래 (case_77f0)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개요·증적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59352" y="1700784"/>
            <a:ext cx="969264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32504" y="1741932"/>
            <a:ext cx="8412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연결 결정·거래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0056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93208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코멘트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47672" y="2084832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결정 (이 케이스를 트리거한 탐지 결정)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2450592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처리시각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81044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39512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2803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3507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 시간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267004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81044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39512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32803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3507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3630168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372160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거래 (결정이 평가한 원본 거래)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399592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발생시각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48456" y="39959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06924" y="39959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 유형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32804" y="39959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금액/통화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91272" y="39959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 상태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57400" y="41788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421538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48456" y="421538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06924" y="42153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계좌이체 송금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32804" y="421538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18,200,000 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91272" y="421538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47672" y="517550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75688" y="52669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연결 항목 딥링크 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결정 행 클릭 → SFDS-DEC-002 (결정 상세 · 판정 근거 · 집계값)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30552" y="56509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거래 행 클릭 → SFDS-EVT-001 (Canonical 이벤트 조회 · payloadHash)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30552" y="58338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한 케이스에 여러 결정·거래가 연결될 수 있음 (그룹 탐지 시)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SFDS-CASE-002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SFDS_CASE:OPERATE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연결 결정 — 이 케이스를 개설한 탐지 결정 전수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연결 거래 — 각 결정이 평가한 원본 이벤트(거래)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결정 행 클릭 → SFDS-DEC-002 / 거래 행 클릭 → SFDS-EVT-001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타임라인  /  다음 → ④ 코멘트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…/cases/{id}/decisions · …/cases/{id}/events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25069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케이스 관리 &gt; case_77f0 &gt; 코멘트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④ 코멘트 (case_77f0)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개요·증적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59352" y="1700784"/>
            <a:ext cx="96926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32504" y="1741932"/>
            <a:ext cx="8412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연결 결정·거래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0056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93208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코멘트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47672" y="2084832"/>
            <a:ext cx="6848856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코멘트 이력 (조사 협업 · 7년 보존)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 일시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15868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59" y="2450592"/>
            <a:ext cx="39776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5868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59" y="2670048"/>
            <a:ext cx="39776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수취 계좌 명단 일치 확인 · 동일 계좌 송신자 추가 조회 진행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15868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59" y="2875788"/>
            <a:ext cx="39776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가능성 낮음 · 규제 보고 전환 검토 요청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12:05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15868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9159" y="3081528"/>
            <a:ext cx="39776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전환 요건 미충족 · 사기 확정 종결 상신 예정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4224528"/>
            <a:ext cx="684885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75688" y="4334256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코멘트 작성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75688" y="4590288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75688" y="475488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내용 *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84448" y="4718304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0" y="4759452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조사 의견·협업 내용 입력 (최대 500자)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75688" y="512064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첨부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84448" y="5102352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75888" y="5120640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0480" y="5120640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파일 업로드 (PDF·이미지 · 감사 기록)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18704" y="5029200"/>
            <a:ext cx="731520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18704" y="507034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등록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95744" y="5029200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95744" y="507034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SFDS-CASE-002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SFDS_CASE:OPERATE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코멘트 조사 담당자·승인자 간 협업 내용 기록 · 7년 보존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1993391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작성 일시·작성자·내용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224027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파일 첨부 가능(감사 목적 · 감사 로그 기록)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265175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코멘트 수정·삭제 불가(append-only)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3063239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 분류 종결 시 코멘트는 룰 hit rate 피드백(DASH-002)에 반영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363931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연결 결정·거래  (케이스 상세 4탭 끝)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40507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GET·POST …/cases/{id}/comments · /feedback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SFDS-APPR-001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48386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결재함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 (maker-checker)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유형 전체  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6324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3639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78808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51960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상신자 전체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94376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6752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검색  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47672" y="2194560"/>
            <a:ext cx="6848856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 목록 [고객사: 은행 A]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종류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1748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02452" y="2560320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라인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8683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 활성화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CRYPTO_RISK v3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1748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02452" y="277977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COMPLIANCE_MANAGER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58683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ACTION 자금보류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3280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41748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02452" y="298551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MAKER_CHECKER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58683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MAPPING 변경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83280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core-banking.v3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41748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ops.a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02452" y="319125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MAKER_CHECKER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58683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SECRET 회전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83280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 key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41748" y="33969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ops.a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02452" y="339699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SECURITY_ADMIN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58683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60273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GROUP 멤버추가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80" y="360273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 +120건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1748" y="360273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02452" y="360273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RISK_MANAGER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58683" y="360273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8084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EXPORT 최종본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83280" y="38084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검사대응 pack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41748" y="38084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comp.a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02452" y="380847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COMPLIANCE_MANAGER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58683" y="38084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4014215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CASE_CLOSE 종결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83280" y="4014215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case_91a2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41748" y="4014215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02452" y="4014215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COMPLIANCE_MANAGER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58683" y="4014215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4219955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MERCHANT_NORMALIZE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83280" y="4219955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mrc_5521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41748" y="4219955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risk.a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02452" y="4219955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RISK_MANAGER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58683" y="4219955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47672" y="4791456"/>
            <a:ext cx="6848856" cy="118872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75688" y="488289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선택 결재 동작 · 승인 결과 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50840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[승인](2인 · checker≠maker, 위반 시 FDS-APPROVAL-SELF 409) → BE relay 실행 →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52669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  RULE→ACTIVE(SFDS-RULE-005) · ACTION→발행(SFDS-ACT-001) · MAPPING→effective(SFDS-MAP-002)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4498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  GROUP→명단 반영(SFDS-GRP-001) · CASE_CLOSE→케이스 종결(SFDS-CASE-002)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6327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[반려](사유) → 상신 화면 회신 · ▶ 펼침: payload_hash·결재 단계·만료 시각·최대 실행 횟수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8155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payload_hash 고정 · 승인 후 payload 변경 시 무효(PAYLOAD-CHANGED) 재상신 · 만료 시 자동 EXPIRED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SFDS-APPR-001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SFDS_VIEWER / 승인·반려 결재 라인별 :APPROVE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유형(subject_kind 8종)·상태(8종)·상신자 + 대상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32257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종류 ACTION/RULE/MAPPING/SECRET/GROUP/EXPORT/MERCHANT_NORMALIZE/CASE_CLOSE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32278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라인 자기승인차단/maker-checker/컴플라이언스/리스크/보안/임원 (6종)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작성/상신/승인/반려/취소/만료/실행/실행실패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42153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[승인](2인) checker≠maker · AI agent는 maker만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47914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payload_hash 무결성 · 변경 시 무효 재상신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52029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데이터스코프 적용 자기 스코프 결재만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56144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…/approvals · /{id}/approve(2인) · /reject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SFDS-REG-001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71703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규제 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큐 (FDS origin)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유형 전체  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99815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7296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15383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8853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이전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3095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0410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검색  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47672" y="2194560"/>
            <a:ext cx="68488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큐 [고객사: 은행 A] (본 처리·제출=aml-svc 위임)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 번호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50691" y="256032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81044" y="25603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2866" y="25603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04688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트리거 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5392" y="25603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19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제출기한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reg_rep_01..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50691" y="277977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81044" y="277977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subj_x..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42866" y="277977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520,000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04688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CTR_DAILY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65392" y="277977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919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07-10 17시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reg_rep_02..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50691" y="298551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81044" y="298551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subj_y..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42866" y="298551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04688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STR_KYC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65392" y="298551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60919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07-08 17시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reg_rep_03..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50691" y="319125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81044" y="319125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subj_z..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42866" y="319125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0.5 BTC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04688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CRYPTO_TR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65392" y="319125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작성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60919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07-11 17시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947672" y="451713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75688" y="460857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보고 유형 안내 (PEP·제재 대조는 외부 스크리닝 소관) 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30552" y="48097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SFDS-REG-002 (보고 후보 상세 · aml-svc 위임 추적, 직접 결재·제출 버튼 없음)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30552" y="49926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CTR  고액 현금성 — 기준 금액 이상이면 정상 거래도 의무 보고 / STR  의심 거래 — 금액 무관 의심 정황 시 보고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0552" y="51755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TR   Travel Rule — 가상자산 이전 정보 제공 의무(특금법) · 본 처리·제출=aml-svc 위임(FDS는 후보·추적만)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SFDS-REG-001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SFDS_REG:AUTHOR(검토) / SFDS_REG:READ(조회)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책임 경계 본 처리·제출=aml-svc 위임 (FDS는 후보·추적만)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보고 유형·상태·기한 이전·대상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보고 번호·유형·대상·금액·트리거 룰·상태·제출기한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유형 CTR/STR/Travel Rule(TR)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35570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aml-svc 결재 상태 cross-ref(작성/상신/승인/제출/반려/만료)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41330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기한 임박(≤24h) 경고색·초과 위험색+컴플라이언스 알림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45445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SFDS-REG-002 (보고 후보 상세 · aml-svc 위임 추적)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51206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발단 케이스 [규제 보고 전환](SFDS-CASE-002) · 본 처리·제출=aml-svc 소관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569671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/api/v1/fds/cases?caseType=REGULATORY_REPORT,… → aml-svc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SFDS-REG-002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71703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규제 보고 &gt; 후보 상세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후보 상세 / aml-svc 위임 추적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335584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57400" y="179222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후보 근거 (읽기 전용)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206654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23773" y="2066544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57400" y="224942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228600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번호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23773" y="228600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case_91a0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249174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amlCaseRef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23773" y="249174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aml_rep_01..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69748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/ 금액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23773" y="269748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subj_x.. / 50만 페소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290322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트리거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23773" y="290322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CTR_DAILY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310896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23773" y="310896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영업일 누계 52만 ≥ 기준 50만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40680" y="1700784"/>
            <a:ext cx="335584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50408" y="179222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위임 상태 (cross-ref)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50408" y="206654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16781" y="2066544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50408" y="224942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50408" y="228600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16781" y="228600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aml-svc 검토 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50408" y="249174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기한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16781" y="249174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07-10 17:00(관할)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50408" y="269748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관할 양식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16781" y="269748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CTR 표준 v1 (aml-svc 소관)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50408" y="290322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raw PII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16781" y="290322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미전파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3611880"/>
            <a:ext cx="6848856" cy="118872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75688" y="3703320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위임 흐름 (FDS 후보 → fds-aml-handoff → aml-svc) · 읽기 전용 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30552" y="39044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1. 후보 action(REGULATORY_REPORT) + origin case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30552" y="40873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2. FdsAmlHandoff(amlCaseRef·handoffType·reasonCodes) ※raw PII 미전파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30552" y="42702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3. aml-svc: DRAFT → 4-eyes 결재 → 관할 제출 → 접수번호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30552" y="44531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4. 상태 cross-ref → origin case CLOSED_REPORTED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30552" y="46360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[aml-svc 보고서로 이동]  ※결재·제출 버튼은 AML 화면 소관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SFDS-REG-002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SFDS_REG:READ (본 처리는 aml-svc 권한)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책임 경계 직접 결재·제출 버튼·승인자 코멘트 없음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후보 근거 트리거 룰·집계값·기준값·연결 거래(읽기 전용)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25694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위임 상태 amlCaseRef cross-ref(작성/상신/승인/제출/반려/만료)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기한·EXPIRED 전이는 aml-svc 상태머신 소관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355701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관할 양식 정의·변환·제출 aml-svc 소관(안내만)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[aml-svc 보고서로 이동] 딥링크(직접 동작 없음)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43799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raw PII 미전파(token/hash·집계값만) · 멱등 caseId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49560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…/cases/{id}+amlCaseRef → aml-svc(AML PRD)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SFDS-EXP-001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950207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 Export (검사대응 self-service)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6848856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 Export self-service [고객사: 은행 A]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export 종류 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결정 리포트 ▼ (결정/케이스 타임라인·결정 리포트·커넥터 보정·오탐·개인정보 접근)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형식 *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PDF ▼  (CSV / EXCEL / PDF / JSON_API)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기간 *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2026-01-01 ~ 2026-01-31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최종본(제출용)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84448" y="3310128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75888" y="3328416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332841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→ 4-eyes 결재(2인) (컴플라이언스 책임자)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생성 상태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84448" y="369417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요청됨 → 생성중 → 준비완료 · manifest hash 보존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72984" y="3922776"/>
            <a:ext cx="777240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72984" y="3963924"/>
            <a:ext cx="777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생성 요청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50024" y="392277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50024" y="39639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4434840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75688" y="452627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생성·다운로드 · 무결성 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30552" y="47274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상태 요청됨 → 생성중 → 준비완료 → 다운로드됨 / 만료 / 실패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30552" y="49103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[다운로드] READY/DOWNLOADED 상태만 활성 · 다운로드 시 감사 기록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30552" y="50932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manifest hash(READY 발급)로 무결성 보존 · raw PII 미포함(토큰/해시)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SFDS-EXP-001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추출 SFDS_*:EXPORT / 최종본 4-eyes SFDS_REG:APPROVE(2인)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export 종류(6종)·형식(4종)·기간(필수) · 미입력 시 비활성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88552" y="23225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export 종류 결정/케이스 타임라인·결정 리포트·커넥터 보정·오탐·개인정보 접근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88552" y="28986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최종본 체크 시 4-eyes(subject_kind=EXPORT) 게이트 강제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미승인 시 FDS-APPROVAL-REQUIRED(409) 차단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요청됨/생성중/준비완료/다운로드됨/만료/실패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88552" y="429768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READY 시 manifest_hash 발급·보존 · raw PII 미포함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88552" y="48737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[다운로드] 감사 기록 · 데이터스코프 적용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88552" y="52852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…/exports(2인) · GET …/{id} · /download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SFDS-AUDIT-001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418338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감사 로그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변경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전체  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6324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3639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작업자 전체 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78808" y="1865376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51960" y="1906524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from~to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22976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9612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ID  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38544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1169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검색  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2194560"/>
            <a:ext cx="684885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변경 감사 로그 [고객사: 은행 A] (append-only · 7년)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50691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11396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04688" y="256032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8331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 항목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50691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11396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04688" y="277977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새 버전 활성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8331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50691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11396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ops.a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04688" y="298551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시크릿 변경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8331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10:40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50691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필드매핑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11396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ops.a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04688" y="319125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PII 정책 변경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8331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core-bank.v2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50691" y="33969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Capability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11396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approver.b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04688" y="339699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 허용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8331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settlement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360273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50691" y="360273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원문 접근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11396" y="360273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04688" y="360273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break-glass 조회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8331" y="360273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subj_8f..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47672" y="470001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075688" y="479145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감사 대상·보존 (전 항목 7년) 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30552" y="49926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룰·커넥터·매핑·Capability·케이스·고위험 액션 override·관리자 권한 변경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30552" y="51755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원문(raw data) 접근(break-glass)·규제 보고 상태 전이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30552" y="53583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append-only(수정·삭제 불가) · 변경 전/후 값(diff) 표시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SFDS-AUDIT-001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SFDS_AUDIT:READ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14173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대상(룰/커넥터/매핑/Capability/케이스/원문접근/권한)·작업자·기간·대상 ID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시각·대상·작업자·작업·대상 항목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2인 결재 위반·우회 시도 탐지 리포트(주기)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개인정보 삭제 요청 시 식별자 마스킹 치환(7년 보존 충돌 회피)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append-only(수정·삭제 불가) · diff 표시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데이터스코프 적용(고객사 관리자는 자기 고객사만)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40507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1만 건 초과 시 조건 좁히기 안내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/api/v1/bo/fds/audit (bo-api 소유·집약)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