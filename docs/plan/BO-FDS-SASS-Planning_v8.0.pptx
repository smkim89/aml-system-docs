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FDS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FDS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멀티고객사·멀티도메인 이상거래 탐지 플랫폼 — Admin Console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docs/plan/01-fds-sass-functional-spec.md (FS-FDS-001 v6.0)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34화면 (SFDS-DASH ~ SFDS-AUDIT · RULE-001~006·STAT-001·CONN-001~004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표시 용어=PRD 한국어 업무 용어 · enum 괄호 병기 · 책임 경계 명시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목록→상세→액션→케이스→결재→규제 보고 시나리오 흐름 연결(딥링크 전수)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BO-FDS-SASS-Planning v8.0 (메뉴 IA 운영/설정 2영역·3단 재구성 — 34화면 불변, NAV·순서 변경)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8770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9740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379" y="1600200"/>
            <a:ext cx="109636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9740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5379" y="18196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작성 — 12개 화면 그룹(24화면) 정의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9740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5379" y="20253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enum 전수·표시 용어 통일 재빌드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9740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5379" y="22311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경로·enum 정합(bo-api 소유 경계)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9740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5379" y="24368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SFDS-* 32화면 전수·시나리오 흐름 딥링크 연결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9740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5379" y="26426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격리→배포 모델(deployment_model) 재설계, TNT 화면 배포·온보딩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9740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05379" y="28483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건전성 컬럼·CONN 설정변경·RULE/APPR 샘플 정합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9740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5379" y="30540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DASH 필터 단일축·RULE 컬럼 '도메인/채널'·APPR subject_kind 9종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9740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5379" y="32598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5탭 연속 전개(기본정보→배포온보딩→마스킹보안→PolicyPack→알림소스)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9740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5379" y="346557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RULE-002·CASE-002 탭 연속 전개(룰 상세 5탭·케이스 상세 4탭)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9740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05379" y="367131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— TNT/CONN/MAP/RULE/DEC/ACT/CASE -002 상단 ↩ 배너 전수 추가, 소스 목록 행 ▶ 표기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89740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5379" y="387705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TNT-002 ④ Policy Pack 토글·스테이징 모델 명문화 — 6팩 카탈로그·영향 미리보기·POLICY_PACK 4-eyes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89740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5379" y="408279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결재함 POLICY_PACK 행 추가, 케이스 재오픈·종결사유코드 신설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9740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5379" y="4288536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ACT 조치 종류 23종·TNT-002 ③ 케이스전용 행·소스 시스템명 정정·REG-001 드릴다운 표기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9740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5379" y="44942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REG-002 진입 배너 추가(ppt-flow HIGH), 커버 PRD 버전 v3.6, 맺음말 v4.9 포인터 정정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9740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5379" y="470001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해소(룰 빌더 순서·DEC-003 진입 배너 등)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89740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05379" y="490575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GRP-003 용도 필드 groupType 통합 표기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89740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05379" y="511149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TNT-002 ⑤ 소스표 5컬럼·CONN-002 경로 변수 정정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89740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5379" y="531723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80화면·AML §12-B 대응): STAT-001 룰 효과성 통계 신설·RULE-001 효과성 컬럼(33화면)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89740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05379" y="552297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CONN-004(수신 API 카탈로그·인입 라이브) 신설·CONN-001/002 인입 신호·인입 유형 확정 §4.0(34화면)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5728715"/>
            <a:ext cx="87709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9740" y="57287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05379" y="5728715"/>
            <a:ext cx="109636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SM Kim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1744" y="57287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메뉴 IA 재구성 — 운영(조사·모니터링/케이스·처리/거버넌스·보고)·설정(연동·데이터/탐지 정책/감사·증적) 2영역 3단 분리, NAV·슬라이드 순서 재정…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고객사·룰·이벤트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61848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운영 대시보드 (전체 고객사)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이벤트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4,182,402 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99.7% · 검증실패 0.3%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312,940 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 0.31% · 추가인증 0.12%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조치·케이스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차단·보류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신규 88 · 동결 12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플랫폼 알림 (카드·알림 클릭 → 해당 상세로 드릴다운) 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[PG B / card-processor] 커넥터 지연 312초 — 임계 초과 [클릭 → SFDS-CONN-001 커넥터 목록]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[은행 A] 스키마 검증 실패 4,201건 — 매핑 점검 필요 [클릭 → SFDS-MAP-001 스키마 레지스트리]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[거래소 C] 액션 발행 실패 큐 적체 58건 [클릭 → SFDS-ACT-001 액션 아웃박스]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보고 제출 기한 임박(전 고객사) 6건 [클릭 → SFDS-REG-001 규제 보고 큐]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건전성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10134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80592" y="4736592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검증실패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13779" y="4736592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커넥터lag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84238" y="4736592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액션실패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91969" y="4736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케이스SLA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10134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80592" y="495604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4,201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13779" y="495604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84238" y="495604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91969" y="4956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10134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80592" y="516178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3779" y="516178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84238" y="516178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91969" y="5161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10134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80592" y="5367528"/>
            <a:ext cx="5331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13779" y="5367528"/>
            <a:ext cx="4704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84238" y="5367528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⚠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91969" y="5367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3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440680" y="4370832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SLA 현황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50408" y="4736592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08610" y="4736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0408" y="495604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중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08610" y="4956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516178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 24h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08610" y="5161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50408" y="536752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08610" y="5367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50408" y="5573268"/>
            <a:ext cx="22582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피드백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808610" y="5573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플랫폼 운영자 전용 (SFDS_PLATFORM:READ)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최근 1h/24h/7d/30d 필터 (BR-001 기간 단일축 정본 §2.1)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계층 고객사(tenant) 1 : 서비스(workspace) N — 서비스별 룰셋·커넥터·결재 분리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수신·결정·조치/케이스 건수·비율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알림 커넥터 지연·검증 실패·액션 적체·보고 기한 (각 상세로 딥링크)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고객사별 건전성 수신·검증실패·커넥터lag·액션실패·케이스SLA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고객사별 대시보드(DASH-002) 이동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갱신 30~60초 캐시 · read-only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/api/v1/bo/fds/dashboard (bo-api 소유·집약)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SFDS-DASH-002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고객사: 은행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61848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플랫폼 대시보드 &gt; 고객사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고객사별 상세 대시보드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고객사: 은행 A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서비스: retail (workspace)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88152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61304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47672" y="2194560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2.1M 수신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정상 2.09M · 검증실패 4,201 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67199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67199" y="2194560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6928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76928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142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76928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검토 88 · 추가인증 31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86728" y="2194560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86728" y="2194560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96456" y="235000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96456" y="2560320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88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96456" y="2871216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3 ⚠ · 초과 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602736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25596" y="3602736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03785" y="3602736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lag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8221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25596" y="38221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03785" y="38221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02793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25596" y="402793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03785" y="402793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23367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audit-log(폴링)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5596" y="423367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03785" y="423367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40680" y="3236976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328416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실패 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3602736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94971" y="3602736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50408" y="3785616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50408" y="382219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/ 성공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4971" y="382219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1,202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402793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4971" y="402793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423367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재시도 대기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4971" y="423367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43941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미처리 DLQ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4971" y="443941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78231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487375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hit rate / 오탐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51480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443984" y="51480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04688" y="51480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00216" y="514807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hit율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228332" y="51480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오탐(피드백)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057400" y="533095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57400" y="5367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383280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43984" y="5367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04688" y="5367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00216" y="5367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0.16%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8332" y="5367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573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83280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443984" y="5573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504688" y="5573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0216" y="5573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0.26%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28332" y="5573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SFDS-DASH-002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고객사 스코프 조회 (SFDS:READ)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고객사 · 서비스(workspace retail/corporate) · 기간 3축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[고객사] 드롭다운 (고객사 관리자는 고정·스코프 배지) · sandbox shadow-only 배지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상태 수신·정상·검증실패(스키마/서명)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31012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추이 차단·검토·추가인증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커넥터 상태 소스시스템별 정상/지연 + lag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액션 실패 큐 발행·성공·실패·재시도·DLQ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rate 룰별 평가·탐지·hit율·오탐 피드백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7914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임계 초과 ⚠ 강조 · 각 카드 상세 딥링크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2029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/api/v1/bo/fds/tenants/{id}/dashboard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94376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7528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 조회 [고객사: 은행 A] (거래 1건 ≠ 결정 1건) · 행 ▶ → SFDS-DEC-002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45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0245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3056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11:01:55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245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3056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245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056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3056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subj_55..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 ▶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4654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4745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결정에서 조사로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946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근거·후속 조치 링크)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129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대상(subject) 클릭 → SFDS-DEC-003 (Subject 통합 타임라인) · 룰 번호 → SFDS-RULE-002 최근 Hit 탭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→ 액션(SFDS-ACT-001) → 케이스(SFDS-CASE-001) → 결재(SFDS-APPR-001) → 규제 보고(SFDS-REG-001)로 이어짐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룰 번호·대상·동작·기간(기본 최근 24h)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처리시각·룰 번호·동작·결과·대상·평가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통과/차단/추가인증/보류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허용/검토/추가인증/차단/자금보류/동결/규제보고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063239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 거래 여러 룰 → 여러 행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31012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13개월 즉시 조회 / 이상은 장기 보관소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721607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(결정 상세) · 대상 클릭 → SFDS-DEC-003 (타임라인)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446227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핵심 플로우 결정 → 액션(ACT) → 케이스(CASE) → 결재(APPR) → 규제 보고(REG)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상세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 상세 (판정 근거) · [MULE_BANK] 차단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탐지 결정 목록에서 [결정 행 ▶] 클릭 → 결정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323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1956" y="24323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517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번호+버전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11956" y="26517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 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575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/ 결과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1956" y="28575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 / 차단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6324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1956" y="306324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26898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11956" y="326898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74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1956" y="3474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근거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포함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명단(대포통장 의심)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집계값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점수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 모델 제공(표시만)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거래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34340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86501" y="4343400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456285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86501" y="456285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76859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186501" y="476859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974336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86501" y="4974336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80075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86501" y="5180075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3977639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50408" y="406907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후속 조치 (딥링크)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3434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6781" y="43434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0408" y="452628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456285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자동등록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616781" y="456285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→ SFDS-GRP-001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76859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616781" y="476859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 → SFDS-CASE-002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50408" y="4974336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 액션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6781" y="4974336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→ SFDS-ACT-001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5180075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16781" y="5180075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SFDS-DEC-003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추적번호·룰 번호+버전·동작·결과·처리시각·처리시간·평가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근거 집계값·기준값·충족 조건 + 모델 점수·설명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거래 원본 거래/이벤트 링크·소스·유형·금액·상태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SFDS-DEC-001 행 클릭 (결정 추적번호 컨텍스트)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후속 조치 딥링크 그룹등록(GRP-001)·액션(ACT-001)·케이스(CASE-002)·타임라인(DEC-003)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'왜 차단/탐지'를 사람이 읽도록 설명(감사·CS 핵심)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ML 점수는 외부 소관(수신값·설명만, 산출 로직 미노출)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7914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/api/v1/fds/decisions/{decisionId}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SFDS-DEC-003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851660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탐지 결정 &gt; Subject 타임라인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Subject(대상) 타임라인 (조사)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SFDS-DEC-001 목록 [대상 클릭] · SFDS-DEC-002 후속 조치 [타임라인 ▶] → Subject 타임라인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206654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2231136"/>
            <a:ext cx="248259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2272284"/>
            <a:ext cx="239115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(KYC 2단계)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39996" y="223113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13148" y="227228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560320"/>
            <a:ext cx="6848856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65176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머지, 시간 desc)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9260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50691" y="29260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2926080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10896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31455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31455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314553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33512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33512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11396" y="335127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557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35570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355701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 [케이스로 이동]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762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7627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76275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968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39684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1396" y="3968496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174235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17423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4174235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 [규제 보고로 이동]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SFDS-DEC-003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1명의 이벤트·결정·그룹등록·액션·케이스·규제보고 단일 타임라인 머지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식별자 토큰/해시 기반 · 원문 회원정보는 고객사 소스 소관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 (+필터 머지)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SFDS-EVT-001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208483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이벤트 조회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종류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439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171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595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327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4827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이벤트 조회 [고객사: 은행 A]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1044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소스시스템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72100" y="25603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이벤트 종류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72100" y="277977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요청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18.2M / 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10:58:30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81044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72100" y="29855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출금 요청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2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200K / 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1044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72100" y="31912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요청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52K / 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41513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2428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정규화 항목 (fds_canonical_events · raw 미저장)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4439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tenantId · sourceSystem · schemaVersion · eventId · idempotencyKey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6268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eventType · occurredAt · subjectRef · transactionRef · channelType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amount/currency · payloadHash (raw payload 미저장)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SFDS-EVT-001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SFDS_DECISION:READ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시스템·이벤트 종류·대상·거래·수단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발생시각·소스시스템·이벤트 종류·금액/통화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SFDS-DEC-001 (이 이벤트가 생성한 결정 목록 역참조)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PII(IP·계좌해시·이메일) BE 마스킹(앞3+뒤4)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payload 원칙 미저장 · 저장 시 break-glass+감사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실패(reject) 별도 필터 · payloadHash+사유만 보존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13개월 hot / 이상 장기 보관소(서명 URL)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/api/v1/fds/events/{eventId}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31800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룰 효과성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① 룰 효과성 (폐루프: 정의→임계→시뮬→운영→평가)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12.4 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4,812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탐지율 0.039%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차단·보류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1,920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388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전환율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7.4% (+0.8%p)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효과성 (행 ▶ → SFDS-RULE-002 · [백테스트] → SFDS-RULE-006)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5181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81044" y="398678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98678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오탐율(피드백)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66510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39867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05181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1044" y="420624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11396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11.2%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20624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+0.3%p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8332" y="420624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5181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441198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11396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6.1%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39512" y="441198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6510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+2.0%p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28332" y="441198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검토 ⚠ ▶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05181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81044" y="46177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1396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0.8%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9512" y="461772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66510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▲ +9.1%p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8332" y="46177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⚠ 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룰 효과성 — read-only 집계 (raw PII 미포함 · 30~60초 캐시)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NAV 룰 관리 / SFDS-RULE-001 룰 행 [효과성 ▶] (룰 번호 컨텍스트)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오탐 피드백 분석 탭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룰 효과성 / ② 오탐 피드백 분석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기간(기본 30일)·도메인·동작 + 룰 번호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평가 이벤트·탐지·차단/보류·케이스 전환율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룰·동작·탐지·케이스 전환·오탐율·전월 대비·권고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유지/임계 검토 ⚠/튜닝 후보 ⚠ — 판단 근거만 제공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개별 건 드릴다운 SFDS-DEC-001(결정)·SFDS-CASE-001(케이스)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피드백 분석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/api/v1/bo/fds/stats/rules (제안 · 후속 API 정합)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룰 번호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31800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효과성 통계 &gt; 오탐 피드백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효과성 통계 — ② 오탐 피드백 분석 (케이스 종결 사유 FP_*)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피드백 분석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피드백 총계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86 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 FP_* 종결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오탐-임계과민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FP_THRESHOLD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오탐-정상거래패턴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FP_NORMAL_PATTERN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오탐-데이터품질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FP_DATA_QUALITY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룰별 오탐율 추이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61045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당월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88323" y="349300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5602" y="349300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추세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71246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61045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88323" y="371246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21.9%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5602" y="371246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91820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061045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88323" y="391820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6.8%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15602" y="391820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악화 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123944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1045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88323" y="4123944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5602" y="4123944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29683"/>
            <a:ext cx="100364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061045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4.1%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88323" y="4329683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3.8%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15602" y="4329683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후보 (권고 사유)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0414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사유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06787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 액션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50408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0414" y="371246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임계 과민·표본 부족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06787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[백테스트]→RULE-006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40414" y="39182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패턴 오탐 증가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06787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[임계 변경]→RULE-004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50408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0414" y="412394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품질(단말기)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06787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[매핑 점검]→MAP-002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피드백 — 원천 = 케이스 종결 사유 FP_* 3종 누적 (§11.2 폐루프)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DASH-002 '룰 hit rate/오탐' 위젯의 상세 분석 화면 — 튜닝 적용은 RULE-003/004/005 4-eyes 경유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룰 효과성 (효과성 통계 2탭 끝)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SFDS-STAT-001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(read-only 집계)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피드백 분석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FP 총계·임계과민·정상거래패턴·데이터품질 (close_reason FP_* 3종)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룰별 오탐율 추이(당월/전월/추세) + 튜닝 후보(권고 사유·액션)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원천 케이스 종결 FP_* 피드백(§11.2 BR-002 폐루프·DB §4.11)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 화면 직접 변경 불가 — 튜닝은 RULE-003/004/005 결재 경유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룰 효과성 (2탭 끝)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/api/v1/bo/fds/stats/false-positives (제안 · 후속 API 정합)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유형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139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454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2696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0011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4253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1568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[고객사: 은행 A] · 행 ▶ → SFDS-CASE-002 (케이스 상세)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4688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67627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5744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23860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4688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7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14h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조사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657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subj_3a..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67627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95744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23860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미배정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691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무역금융 검토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subj_7c..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7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95744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23860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0691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657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actor_55.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67627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audit.c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95744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23860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 ▶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발단·진행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SFDS-CASE-002 (케이스 상세·타임라인·연결 결정·종결)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결정 자동 개설(SFDS-DEC-002 후속 조치) · 수동 [+ 케이스] · 미배정 케이스는 [배정](OPERATE) 후 조사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[규제 보고 전환] → SFDS-REG-001 큐(aml-svc 위임) · [종결 상신] → 4-eyes 종결 승인(2인)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SFDS_CASE:READ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유형·상태·우선순위·담당자 + 대상 검색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 번호·유형·대상·우선·담당자·상태·SLA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우선순위 치명/높음/중간/낮음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신규/배정/조사중/규제전환/종결 상신/사기확정·오탐·보고후 종결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헤더 진행·기한 임박·기한 초과 요약 · 임박/초과 행 강조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미배정 케이스 분석가 배정(OPERATE) 후 조사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SFDS-CASE-002 (케이스 상세·종결·규제 전환)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결정(DEC-002) 자동 개설 · 수동 [+ 케이스] · 규제 전환 → SFDS-REG-001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개요·증적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개요·증적 (case_77f0)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SFDS-CASE-001 케이스 목록에서 [케이스 행 ▶] 클릭 → 케이스 상세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6501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번호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86501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86501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조사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86501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(SLA 기한 14h)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86501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86501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0645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6501" y="40645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450592"/>
            <a:ext cx="335584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(Evidence)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816352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9509" y="2816352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03580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9509" y="303580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(거래차단)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415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9509" y="32415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(송금 18,200,000원)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4728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증거 요약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9509" y="344728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65302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신호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9509" y="365302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계좌 송신자 8명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85876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등록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9509" y="385876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(자동)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407407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51713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처리 (4-eyes) · [재오픈]은 종결 상태에서만 노출(사유 모달) / [규제 보고 전환] → SFDS-REG-001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75688" y="477316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4937759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84448" y="4901183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0" y="4942331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analyst.a 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75688" y="530352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*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584448" y="526694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0" y="530809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오탐-임계과민 ▼ (오탐 3종·확정 3종·추가조사-AML이관·기타 — 8종, 필수)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75688" y="56692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상세 메모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584448" y="56327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0" y="56738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결과 보충 설명 (선택 · 코드와 분리 저장)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70648" y="6035040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70648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종결 승인(2인)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01968" y="6035040"/>
            <a:ext cx="7772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601968" y="6076188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상신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31536" y="6035040"/>
            <a:ext cx="10789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31536" y="6076188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전환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08576" y="603504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08576" y="607618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37560" y="6035040"/>
            <a:ext cx="11795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37560" y="6076188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재오픈(종결 시)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조사 SFDS_CASE:OPERATE / 종결 승인 SFDS_CASE:APPROVE(2인) (4-eyes)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개요·증적 / 타임라인 / 연결 결정·거래 / 코멘트 (4탭 연속)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개요 트리거 룰·유형·상태·우선순위·담당자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연결 결정/거래·증빙·위험 신호·명단 등록 여부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SFDS-CASE-001 목록 → 행 클릭 (케이스 번호 컨텍스트)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[종결 상신] → 다른 승인자 [종결 승인(2인)] (FDS-APPROVAL-SELF 차단)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 사유 코드 필수(8종 드롭다운) + 상세 메모(선택) 분리 (BR-007)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[재오픈] 종결 상태에서만 — 사유 필수·APPROVE 이상·자기 종결 건 금지(4-eyes)·SLA 재기산 (BR-006)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577900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타임라인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 · /assign · /close(2인)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타임라인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타임라인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대상: subj_8f..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798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30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578608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타임라인 (이벤트·결정·그룹·액션·케이스·보고 머지 · DEC-003 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11396" y="294436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316382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거래차단·차단 · 송금 18,200,000원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33695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자동등록(대포통장 의심, 만료 2026-09-04)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11396" y="35753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개설(대포통장 조사, case_77f0)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09:14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7810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[ATM_GEO] 추가인증 · ATM 출금 요청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06-02 13:20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39867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단말기 변경(기기 정보 변경 감지)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19252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41925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419252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생성(영업일 누계 52만 페소)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52669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타임라인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항목 클릭 → 해당 화면 상세 딥링크(결정→DEC-002, 케이스→CASE-002, 규제 보고→REG-001)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조사 목적 조회는 감사 로그에 기록(누가 무엇을 조회) · 기간 필터(기본 30일)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케이스 대상의 이벤트·결정·그룹·액션·규제 보고 단일 타임라인 머지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정렬 시간 desc · 기간 필터(기본 최근 30일)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항목 상세 화면 딥링크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8163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조사 목적 조회 감사 로그 기록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개요·증적  /  다음 → ③ 연결 결정·거래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/api/v1/evidence/fds/cases/{caseId}/timeline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연결 결정·거래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연결 결정·거래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2084832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결정 (이 케이스를 트리거한 탐지 결정)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2803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3507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39512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3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3507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63016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거래 (결정이 평가한 원본 거래)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9959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발생시각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39959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유형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39959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39959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42153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48456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42153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계좌이체 송금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2804" y="421538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91272" y="42153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51755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연결 항목 딥링크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결정 행 클릭 → SFDS-DEC-002 (결정 상세 · 판정 근거 · 집계값)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거래 행 클릭 → SFDS-EVT-001 (Canonical 이벤트 조회 · payloadHash)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 케이스에 여러 결정·거래가 연결될 수 있음 (그룹 탐지 시)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 — 이 케이스를 개설한 탐지 결정 전수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거래 — 각 결정이 평가한 원본 이벤트(거래)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결정 행 클릭 → SFDS-DEC-002 / 거래 행 클릭 → SFDS-EVT-001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타임라인  /  다음 → ④ 코멘트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…/cases/{id}/decisions · …/cases/{id}/events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78434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케이스 관리 &gt; case_77f0 &gt; 코멘트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코멘트 (case_77f0)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개요·증적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935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3250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연결 결정·거래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7608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924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코멘트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2084832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이력 (조사 협업 · 7년 보존)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 일시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59" y="2450592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59" y="267004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 명단 일치 확인 · 동일 계좌 송신자 추가 조회 진행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287578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가능성 낮음 · 규제 보고 전환 검토 요청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12:05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3081528"/>
            <a:ext cx="397763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전환 요건 미충족 · 사기 확정 종결 상신 예정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2245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75688" y="4334256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코멘트 작성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75688" y="4590288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75688" y="475488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내용 *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84448" y="4718304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0" y="4759452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조사 의견·협업 내용 입력 (최대 500자)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75688" y="5120640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84448" y="5102352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75888" y="5120640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0480" y="5120640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(PDF·이미지 · 감사 기록)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18704" y="5029200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1870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95744" y="5029200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95744" y="5070348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SFDS-CASE-002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SFDS_CASE:OPERATE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조사 담당자·승인자 간 협업 내용 기록 · 7년 보존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작성 일시·작성자·내용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파일 첨부 가능(감사 목적 · 감사 로그 기록)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코멘트 수정·삭제 불가(append-only)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분류 종결 시 코멘트는 룰 hit rate 피드백(DASH-002)에 반영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연결 결정·거래  (케이스 상세 4탭 끝)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GET·POST …/cases/{id}/comments · /feedback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301751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큐 / 아웃박스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종류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3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시스템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63540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6692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추적 번호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아웃박스 [고객사: 은행 A] (BE outbox 자동 재시도·DLQ BE 운영)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발행시각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1586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조치 종류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09159" y="25603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021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1586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09159" y="277977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11:00:05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1586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보류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59" y="29855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crypto-wallet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021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승인됨🔒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10:59:40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거부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59" y="31912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21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일시적 응답없음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10:55:20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 보류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59" y="33969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021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실패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권한 없음(404)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7914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8828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하단 동작 · 책임 경계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발단 결정 SFDS-DEC-002 (이 액션을 만든 판정 근거) · [상태 조회] 최신 발행 상태·재시도 횟수 재조회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결재대기(APPROVAL_REQUIRED) 행 → SFDS-APPR-001 결재함에서 승인(2인) 후 BE relay 발행 (수동 재시도 버튼 없음)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재시도=BE outbox 자동(지수 백오프, 5회 초과 → fds-actions-dlq) · DLQ 재처리=BE 운영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운영 모니터링 SFDS_ACTION:OPERATE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(재시도는 BO 권한 아님 — BE relay 소관)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조치 종류·상태·대상 시스템 + 추적 번호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발행시각·조치 종류·대상 시스템·상태·오류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종류 23종: 거래차단·거래차단(transaction)·자금보류·보류연장·보류해제·거래취소·역전요청·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계정정지·수단정지·정산보류·셀러지급정지·준비금증액·추가증빙요청·그룹추가·케이스개설·알림발송·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2차승인요구·출금차단·API키정지·직원세션정지·Travel Rule정보요청·AML케이스개설·규제보고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대기/결재대기/승인됨/발행/수신확인/실패/취소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54498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SFDS-DEC-002 (발단 결정·판정 근거) · 하단 [상태 조회]만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재시도=BE outbox 자동 · 5회 초과 → DLQ · DLQ 재처리 BE 운영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자금/규제 액션 결재대기 → SFDS-APPR-001 승인(2인) 후 BE relay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71780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sandbox shadow-only 발행 행 없음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758951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/api/v1/fds/actions/{actionId} (상태 조회)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SFDS-ACT-002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" y="301751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액션 운영 &gt; 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SFDS-TNT-002 고객사 상세 ③ 마스킹·보안 탭 [조치 권한 매트릭스 ▶] 클릭 → Capability 매트릭스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[고객사: 은행 A] (룰 동작이 벗어나면 케이스만)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845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차단전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7690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3218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68746" y="2432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보류해제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4274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2432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7566" y="2432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651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4845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77690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73218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8746" y="2651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4274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60920" y="265176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7566" y="26517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575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7690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73218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8575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4274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285750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7566" y="28575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6324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4845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77690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73218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68746" y="3063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4274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60920" y="3063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57566" y="3063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26898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4845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77690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73218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68746" y="3268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4274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60920" y="3268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957566" y="3268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47472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4845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77690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73218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68746" y="3474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4274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60920" y="3474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57566" y="3474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SFDS-ACT-002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변경 SFDS_ACTION:APPROVE(2인) (4-eyes)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시스템별 FDS 가능 조치 정의(control_capability 9종)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Capability 차단전·승인거부·자금보류·보류해제·취소·정지·케이스만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동작이 Capability 벗어나면 케이스 생성만(CAN_OPEN_CASE_ONLY)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미지원 조치 발행 시 액션 실패(권한 없음 404)로 표면화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4-eyes(작성자≠승인자) · 이력 7년 보존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…/source-systems · PUT …/{ss}(2인)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SFDS-APPR-001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" y="348386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결재함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 (maker-checker)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유형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목록 [고객사: 은행 A]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8328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174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2452" y="25603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 v3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174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27797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ACTION 자금보류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case_77f0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174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29855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MAPPING 변경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4174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02452" y="31912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MAKER_CHECKER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SECRET 회전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8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 key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174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2452" y="33969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SECURITY_ADMIN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GROUP 멤버추가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83280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 +120건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1748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02452" y="360273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EXPORT 최종본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3280" y="38084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검사대응 pack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41748" y="38084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comp.a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2452" y="38084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01421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CASE_CLOSE 종결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83280" y="401421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case_91a2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41748" y="401421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02452" y="401421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401421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21995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MERCHANT_NORMALIZE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421995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mrc_5521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1748" y="421995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risk.a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02452" y="421995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RISK_MANAGER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58683" y="421995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425695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팩 변경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83280" y="4425695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1748" y="4425695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admin.a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02452" y="442569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COMPLIANCE_MANAGER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758683" y="4425695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74336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657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선택 결재 동작 · 승인 결과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[승인](2인 · checker≠maker, 위반 시 FDS-APPROVAL-SELF 409) → BE relay 실행 →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49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RULE→ACTIVE(SFDS-RULE-005) · ACTION→발행(SFDS-ACT-001) · MAPPING→effective(SFDS-MAP-002)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6327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 GROUP→명단 반영(SFDS-GRP-001) · CASE_CLOSE→케이스 종결(SFDS-CASE-002)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815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[반려](사유) → 상신 화면 회신 · ▶ 펼침: payload_hash·결재 단계·만료 시각·최대 실행 횟수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998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payload_hash 고정 · 승인 후 payload 변경 시 무효(PAYLOAD-CHANGED) 재상신 · 만료 시 자동 EXPIRED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SFDS-APPR-001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SFDS_VIEWER / 승인·반려 결재 라인별 :APPROVE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유형(subject_kind 9종)·상태(8종)·상신자 + 대상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32257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ACTION/RULE/MAPPING/SECRET/GROUP/EXPORT/MERCHANT_NORMALIZE/CASE_CLOSE/POLICY_PACK (9종)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3924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변경(POLICY_PACK) 대상=tenant_id · 기본 COMPLIANCE_MANAGER (TNT-002 ④ 상신)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자기승인차단/maker-checker/컴플라이언스/리스크/보안/임원 (6종)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7091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작성/상신/승인/반려/취소/만료/실행/실행실패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[승인](2인) checker≠maker · AI agent는 maker만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무결성 · 변경 시 무효 재상신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61081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 자기 스코프 결재만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65196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 · /{id}/approve(2인) · /reject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71703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(FDS origin)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유형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이전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검색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2194560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큐 [고객사: 은행 A] · 행 ▶ → SFDS-REG-002 (본 처리·제출=aml-svc 위임)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50691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81044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2866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 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6539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19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제출기한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reg_rep_01..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2866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520,000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0468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reg_rep_02..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50691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subj_y..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42866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0468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STR_KYC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6539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19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07-08 17시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reg_rep_03..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81044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subj_z..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2866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CRYPTO_TR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07-11 17시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45171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75688" y="46085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보고 유형 안내 (PEP·제재 대조는 외부 스크리닝 소관) 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130552" y="48097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SFDS-REG-002 (보고 후보 상세 · aml-svc 위임 추적, 직접 결재·제출 버튼 없음)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  고액 현금성 — 기준 금액 이상이면 정상 거래도 의무 보고 / STR  의심 거래 — 금액 무관 의심 정황 시 보고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TR   Travel Rule — 가상자산 이전 정보 제공 의무(특금법) · 본 처리·제출=aml-svc 위임(FDS는 후보·추적만)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SFDS_REG:AUTHOR(검토) / SFDS_REG:READ(조회)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본 처리·제출=aml-svc 위임 (FDS는 후보·추적만)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보고 유형·상태·기한 이전·대상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 번호·유형·대상·금액·트리거 룰·상태·제출기한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유형 CTR/STR/Travel Rule(TR)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aml-svc 결재 상태 cross-ref(작성/상신/승인/제출/반려/만료)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임박(≤24h) 경고색·초과 위험색+컴플라이언스 알림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SFDS-REG-002 (보고 후보 상세 · aml-svc 위임 추적)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케이스 [규제 보고 전환](SFDS-CASE-002) · 본 처리·제출=aml-svc 소관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56967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/api/v1/fds/cases?caseType=REGULATORY_REPORT,… → aml-svc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SFDS-REG-002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71703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규제 보고 &gt; 후보 상세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후보 상세 / aml-svc 위임 추적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SFDS-REG-001 규제 보고 큐에서 [보고 행 ▶] 클릭 → 보고 후보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후보 근거 (읽기 전용)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23773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번호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23773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case_91a0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amlCaseRef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23773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aml_rep_01..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금액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3773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subj_x.. / 50만 페소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23773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CTR_DAILY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474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23773" y="347472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영업일 누계 52만 ≥ 기준 50만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40680" y="2066544"/>
            <a:ext cx="3355848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위임 상태 (cross-ref)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0408" y="243230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16781" y="2432304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0408" y="265176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16781" y="265176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aml-svc 검토 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50408" y="285750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기한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16781" y="285750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07-10 17:00(관할)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3063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 양식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6781" y="306324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CTR 표준 v1 (aml-svc 소관)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268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raw PII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6781" y="3268980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미전파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977639"/>
            <a:ext cx="6848856" cy="118872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0690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위임 흐름 (FDS 후보 → fds-aml-handoff → aml-svc) · 읽기 전용 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30552" y="42702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후보 action(REGULATORY_REPORT) + origin case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453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2. FdsAmlHandoff(amlCaseRef·handoffType·reasonCodes) ※raw PII 미전파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636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aml-svc: DRAFT → 4-eyes 결재 → 관할 제출 → 접수번호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4818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상태 cross-ref → origin case CLOSED_REPORTED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5001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[aml-svc 보고서로 이동]  ※결재·제출 버튼은 AML 화면 소관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SFDS-REG-002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SFDS_REG:READ (본 처리는 aml-svc 권한)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책임 경계 직접 결재·제출 버튼·승인자 코멘트 없음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후보 근거 트리거 룰·집계값·기준값·연결 거래(읽기 전용)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위임 상태 amlCaseRef cross-ref(작성/상신/승인/제출/반려/만료)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기한·EXPIRED 전이는 aml-svc 상태머신 소관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관할 양식 정의·변환·제출 aml-svc 소관(안내만)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[aml-svc 보고서로 이동] 딥링크(직접 동작 없음)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raw PII 미전파(token/hash·집계값만) · 멱등 caseId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…/cases/{id}+amlCaseRef → aml-svc(AML PRD)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고객사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095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410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고객사명 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목록 (총 18건 · 운영중 14) · 행 ▶ → SFDS-TNT-002 (고객사 상세)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41748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67628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2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91272" y="25603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1748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8332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27797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tenant_pg_b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586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PG 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1748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67628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8332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91272" y="29855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tenant_cx_c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 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41748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67628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91272" y="31912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tenant_mp_d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마켓플레이스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41748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28332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33969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▶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고객사 운영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SFDS-TNT-002 (고객사 상세 5탭: 기본정보·배포·온보딩·마스킹·보안·Policy Pack·알림·소스)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고객사] → SFDS-TNT-003 (배포 유형 선택 + 온보딩 신청) → 신청 직후 온보딩, 프로비저닝·검증 통과 후 운영중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상세에서 [설정 변경] → 변경 이력 감사 로그(SFDS-AUDIT-001) 기록 · 배포 유형·온보딩·인프라 참조·리전은 읽기 전용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신규 SFDS_TENANT:ADMIN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상태·리전·배포 유형 3축 + 고객사명 검색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고객사 ID·표시명·배포 유형·온보딩 상태·리전·상태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전용/자체 인프라 설치형/소규모 공유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신청/프로비저닝중/배포됨/검증됨/활성·패키지발급/고객배포/등록완료(8종 읽기)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온보딩/운영중/정지/해지(tenant_status)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플랫폼 운영자 전용 · 흐름 행 클릭 → SFDS-TNT-002 (고객사 상세)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[+ 새 고객사] ADMIN 권한만 노출 → SFDS-TNT-003 (배포 유형 선택+온보딩)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5120640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/api/v1/bo/fds/tenants?status=&amp;region=&amp;deploymentModel= (bo-api 소유)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기본 정보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① 기본 정보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SFDS-TNT-001 고객사 목록에서 [고객사 행 ▶] 클릭 → 고객사 상세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tenant_bank_a  (불변)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리전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45059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미저장  (→ ③ 마스킹·보안)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  (→ ④ Policy Pack)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Slack·email  (→ ⑤ 알림·소스)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마스킹·보안 / Policy Pack / 알림·소스 (5탭 연속)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48716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표시명 · 운영 상태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SFDS-TNT-001 목록 → 행 클릭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배포·온보딩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② 배포·온보딩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ACTIVE (읽기)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infra-bank-a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(읽기)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68776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03785" y="349300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71246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68776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03785" y="371246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91820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프로비저닝·검증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8776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09:20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03785" y="391820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4123944"/>
            <a:ext cx="14113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468776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01-12 10:00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03785" y="4123944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40680" y="312724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보존 정책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692" y="34930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50408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거래·결정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67692" y="37124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13개월 hot / 7년 cold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67692" y="39182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7년 (하향 불가)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67692" y="412394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테넌트 관리자 요청 → bo-api 통해 승인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참조·리전 읽기 전용 (프로비저닝 산출)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/ 자체 인프라 설치형 등록 콜백 → 온보딩 API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3225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보존 최소 7년 하향 불가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마스킹·보안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.../tenants/{id}/onboarding · POST .../onboarding/**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마스킹·보안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③ 마스킹·보안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[마스킹 정책]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4684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4684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 / keyed hash 저장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저장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74684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미저장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화면 표시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4684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앞3 + 뒤4 노출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74684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미제공 (복호화 UI 없음)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[조치 권한 (Capability)]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가능 조치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· 자금보류 · 해제 · 취소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전용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없음, 케이스만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 매트릭스 (SFDS-ACT-002)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조치 권한 변경 4-eyes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앞3+뒤4 · 복호화 UI 없음 · 원문 미저장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민감 식별자는 토큰/keyed hash로만 저장 (PII 원문 금지)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조치 권한 = 이 고객사가 수행 가능한 액션 집합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Policy Pack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Policy Pack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④ Policy Pack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규제 팩 [고객사: 은행 A] — 미리 정의된 팩을 토글로 활성/비활성 (한국 기본팩 잠금)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 이름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토글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4336" y="2450592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트리거·보고 양식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781044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(잠금·필수)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4336" y="26700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STR/CTR 기본 양식, KoFIU 포맷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81044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74336" y="287578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전자금융거래 이상행위 보고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특금법 (AML/CFT)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308152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의심거래·고액현금 보고(STR/CTR)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개인정보보호법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81044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74336" y="328726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개인정보 침해 대응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내부통제기준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349300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ON  [▸끄기]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4336" y="349300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감사 케이스 생성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6987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/ PCI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781044" y="36987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OFF  [▸켜기]*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3698748"/>
            <a:ext cx="371246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*가상자산·카드 계약 후 활성화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087368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41788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변경 스테이징(미저장) · 일괄 변경 상신 (SFDS_TENANT:ADMIN + 4-eyes) 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토글로 켜고/끄기를 스테이징 → 영향 미리보기: STR 6건 · CTR 2건 영향 (즉시 반영 아님)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 상신 → 4-eyes 결재(subjectKind=POLICY_PACK)] 스테이징 변경을 한 번에 상신(개별 토글 결재 X) → 승인 후 effective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한국 기본팩 잠금(필수·끄기 불가) · Travel Rule/PCI는 도메인 계약 후 · 보고 후보 큐 [→ SFDS-REG-001 규제 보고]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SFDS_TENANT:READ / 변경 SFDS_TENANT:ADMIN (4-eyes)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팩 = 미리 정의된 카탈로그 → 고객사별 토글로 활성(ON)/비활성(OFF)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팩별 트리거·보고 양식 표기(어떤 룰 기반인가 전수)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한국 기본팩 ON 잠금(최소 규제 요건·끄기 불가) · Travel Rule/PCI는 도메인 계약 후만 ON 가능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토글은 즉시 반영 X — 스테이징 → 영향 미리보기(STR/CTR 건수) → 일괄 [변경 상신]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일괄 상신 = 스테이징된 변경 한 번에 4-eyes 결재(개별 토글마다 결재 아님)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팩 생성 보고 후보는 SFDS-REG-001(규제 보고 큐) 양식·트리거에 반영(BR-005)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52029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토글 변경 4-eyes subjectKind=POLICY_PACK(대상 tenant_id·기본 COMPLIANCE_MANAGER, 설계서 §16.2)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61081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토글·상신·결재 이력은 감사 로그(SFDS-AUDIT-001) 기록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668426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차이 FDS=법령·관할별 팩 개별 토글 / AML=KR_DEFAULT 번들+plugin(의도된 차이·BR-006·AML PRD §13.2 ④ BR-005)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75895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마스킹·보안  /  다음 → ⑤ 알림·소스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80010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GET·PUT /api/v1/bo/fds/tenants/{id}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은행 A &gt; 알림·소스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 — ⑤ 알림·소스 (은행 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마스킹·보안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1496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84648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8484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알림·소스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[알림 채널]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#risk-bank-a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Email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ops-bank-a@…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Webhook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endpoint (FdsDecisionCreated)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[연결된 소스 시스템]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50408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65869" y="2450592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3148" y="2450592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44059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45882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50408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65869" y="267004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큐(Queue)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93148" y="267004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44059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45882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5869" y="287578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93148" y="287578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44059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45882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65869" y="308152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3148" y="308152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44059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5882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5869" y="3287268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93148" y="3287268"/>
            <a:ext cx="25091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244059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45882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 Slack · Email · Webhook (결정·조치 통지)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상세는 커넥터 관리(SFDS-CONN-001)에서 관리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Policy Pack  (상세 5탭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73405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GET/PUT /api/v1/admin/fds/notify-channels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441655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고객사 관리 &gt;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등록 / 수정 (마스터 생성)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마스터 등록 (배포 유형 선택 + 온보딩 신청)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tenant_bank_a  (영문 소문자·숫자·_ ·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매니지드 전용 ▼  (매니지드 전용 / 자체 인프라 설치형 / 소규모 공유)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신청 (REQUESTED) · 프로비저닝 진행에 따라 자동 갱신 (읽기)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—  (온보딩 프로비저닝 산출 · 읽기)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리전 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한국 리전 ▼  (해외는 별도 계약·법무 검토)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 보존 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43891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44302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거래·결정 13개월 hot / 7년 cold · 감사 7년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75688" y="47914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마스킹 정책 *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84448" y="477316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75888" y="479145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479145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민감 식별자 토큰/해시만 저장 (원문 미저장)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75688" y="51572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Policy Pack *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84448" y="51389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75888" y="51572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51572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(추가: Travel Rule / PCI 최소화)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75688" y="55229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채널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84448" y="54864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0" y="55275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Slack #risk-bank-a · ops-bank-a@…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70648" y="552297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556412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등록·온보딩 신청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647688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47688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SFDS-TNT-003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SFDS_TENANT:ADMIN (플랫폼 운영자)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고객사 ID·표시명·배포 유형·리전·보존·마스킹·Policy Pack·알림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고객사 ID immutable·unique · 중복 시 FDS-VALIDATION-001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등록 시 선택 · 실제 격리는 온보딩 프로비저닝의 산출(화면 즉석 선택 아님)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상태·인프라 참조·리전 읽기 전용 · 변경 시 재배포·마이그레이션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신청 직후 온보딩(신청 REQUESTED) → 프로비저닝·검증·활성/등록완료 후 운영중 전환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해외 리전 시 동의·계약·법무 검토 체크 필수 · 감사 보존 최소 7년 하향 불가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/api/v1/bo/fds/tenants · PUT …/{id} · 온보딩 …/{id}/onboarding/**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커넥터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998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7296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15383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8853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33095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0410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소스시스템 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시스템·커넥터 (총 5 · 사용 4) · 행 ▶ → SFDS-CONN-002 · [인입 모니터링 → SFDS-CONN-004]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25603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45102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098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9098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9450" y="25603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277977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큐(Queue)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45102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09160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098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99098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29450" y="27797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298551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45102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7098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9098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29450" y="298551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50691" y="319125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45102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⚠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098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5분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99098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29450" y="319125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타임아웃 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50691" y="339699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45102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9160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7098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 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99098" y="339699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29450" y="339699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▶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snapshot-init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50691" y="3602736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45102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09160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70982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99098" y="360273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29450" y="360273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 ▶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47672" y="4654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75688" y="4745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커넥터 운영 (인입 신호 표준 = PRD §4.0 확정) 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30552" y="4946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SFDS-CONN-002 (상세·커서·재처리) · [인입 모니터링] → SFDS-CONN-004 (수신 API·라이브)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129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커넥터] → SFDS-CONN-003 (등록) → 샘플 이벤트 검증 통과 전 ingest 비활성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수신중/⚠ 지연/✕ 중단 · 지연·오류 행(⚠) SFDS-DASH-001 알림 드릴다운 · 스키마 MAP-001 연계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신규·운영 SFDS_CONNECTOR:OPERATE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연동 방식·사용·상태 3축 + 소스시스템 검색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소스시스템·연동방식·사용·지연·마지막 수신·신호·최근오류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수신·신호(v7.0) §4.0 확정 — ● 수신중/⚠ 지연/✕ 중단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연동방식 REST Push/큐/폴링/스냅샷/CDC (스키마 버전은 상세)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모니터링] → SFDS-CONN-004 수신 API 카탈로그·라이브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SFDS-CONN-002 · [+ 새 커넥터] → SFDS-CONN-003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서브 메뉴 커넥터 목록 / 커넥터 등록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 · /connectors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상세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 커넥터 (폴링) · 지연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SFDS-CONN-001 커넥터 목록에서 [소스시스템 행 ▶] 클릭 → 커넥터 상세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/ 인입 신호 (PRD §4.0 확정)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9228" y="243230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265176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9228" y="265176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폴링(Polling) · audit-log.v1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285750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커서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9228" y="285750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2026-06-06T09:58Z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3063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9228" y="3063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09:58 (성공)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268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폴링 예정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9228" y="3268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10:28 · 주기 30분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474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/ 신호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9228" y="3474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312초 · ⚠ 지연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0680" y="206654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현황 (24h) / 오류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50408" y="24323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67692" y="243230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50408" y="26517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7692" y="26517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88,402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0408" y="285750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67692" y="285750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88,201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0408" y="306324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중복(dedup)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67692" y="306324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326898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실패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7692" y="326898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3474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오류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67692" y="3474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페이지 타임아웃(checksum)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886200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3995928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 / 운영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75688" y="425196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75688" y="441655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범위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84448" y="4379976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0" y="4421124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from 2026-06-06 09:00 ~ to 10:00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75688" y="4782312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운영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84448" y="4782312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폴링=cursor·replay·checksum / 큐=offset / CDC=change stream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470648" y="4919472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470648" y="4960620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변경(승인)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64768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64768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24728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24728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일시중지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48456" y="4919472"/>
            <a:ext cx="2084831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48456" y="4960620"/>
            <a:ext cx="208483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커서 이동(=오프셋 replay)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25496" y="4919472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25496" y="4960620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재처리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43153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버튼 시나리오 · 책임 경계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[일시중지]/[재개] → 본 커넥터 ingest 즉시 중단·복구 (지연 해소 후 재개) · 감사 로그 기록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[커서 이동(=오프셋 replay)]/[재처리] → POST /replay 입력 범위만 멱등 재수신(dedup) · 범위 미입력 시 제출 불가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[설정 변경(승인)] → PUT /source-systems/{id} 4-eyes(2인) 결재(MAPPING) → SFDS-APPR-001 상신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서명키·시크릿 변경은 본 화면 아님 → SFDS-CONN-003 4-eyes(2인) · 모든 운영 작업 SFDS-AUDIT-001 기록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운영 SFDS_CONNECTOR:OPERATE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연동방식·스키마·커서/오프셋·지연·최근오류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신호(v7.0) 폴링=마지막·다음 폴링·주기 / 큐=depth·DLQ / REST=TPS (§4.0)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현황 수신·정상·중복(dedup)·검증실패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재처리·커서이동=replay(/replay)·일시중지/재개(/pause·/resume)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재처리 멱등 보장(같은 키 dedup) · 범위 입력 필수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변경(승인) PUT /source-systems/{id} 4-eyes(MAPPING)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8737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secret/서명키 변경은 본 화면 아님 → CONN-003 4-eyes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54498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운영 작업 감사 로그 기록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569671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…/connectors/{connectorId} · POST …/replay·/pause·/resume · PUT …/source-systems/{id}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/ 수정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등록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  (생성 후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*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84448" y="25968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큐  ( ) REST Push  ( ) 폴링  ( ) CDC  ( ) 스냅샷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스키마 버전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core-banking.v2 ▼  (스키마 레지스트리 MAP-001)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종류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SQS ▼ (Kafka/SQS/RabbitMQ/PubSub) · 대기열 arn:…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 (4-eyes)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40233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40645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●●●●●●●●  앞3+뒤4 표시 · 변경은 2인 승인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자격증명 회전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[자격증명 회전 요청(승인 필요)]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18704" y="55229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1870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95744" y="55229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55641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작성 :OPERATE / secret·서명키 변경 SFDS_CONNECTOR:APPROVE(2인)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소스시스템·연동방식·스키마·사용·연동별 설정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연동별 큐:종류·ARN / REST:엔드포인트·서명키 / 폴링:URL·cursor / CDC:PII allowlist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서명키·시크릿 원문 미표시(앞3+뒤4) · 변경 4-eyes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소스시스템 식별자 immutable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후 샘플 이벤트 검증 통과 전 ingest 비활성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29768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…/source-systems · POST …/credentials/{id}/rotate(2인)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수신 API 카탈로그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[고객사: 은행 A] (정본 = PRD §4.0 ② · API §4.1/§5.1)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50592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7337" y="2450592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04688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945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67004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7337" y="267004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canonical event 수신(단건)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2.4M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945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/fds/events:batch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47337" y="287578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다건(≤500) · 초기 적재(백필)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04688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 202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2945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06-11 02:00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/fds/decisions/evaluate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7337" y="308152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실시간 거래 판단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4688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945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28726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/fds/external-decisions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47337" y="328726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 evidence 수신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0021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8.2K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29450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4분 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493008"/>
            <a:ext cx="17899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GET /fds/events/{eventId}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7337" y="3493008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상태·정규화 조회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 조회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021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29450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12초 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7566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178807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27024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§4.0 ① 확정 — 5종)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5445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13632" y="454456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4727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47640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13632" y="47640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9697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13632" y="49697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fds-events(FIFO) · fds-vendor-ingest · DLQ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51755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13632" y="51755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3812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913632" y="53812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55869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13632" y="55869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599846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6089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 · 인증 API Key+HMAC)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(§4.0 ③ 확정)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6473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/fds/events:batch — 진행률 ② 탭 · 다음 → ② 인입 라이브 모니터링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커넥터 관리 / SFDS-CONN-001 [인입 모니터링]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 202)·24h 호출·마지막 호출·신호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5종 (PRD §4.0 ① 파생 표시)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fds-events(FIFO)·fds-vendor-ingest·DLQ (integration §2)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/fds/events 신규=202 Accepted(큐 적재) · 멱등 재반환 200/201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/fds/events:batch 최대 500건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561441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58613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/api/v1/bo/fds/ingest/catalog (제안 · 후속 API 정합)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SFDS-CONN-004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4649723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커넥터 관리 &gt; 인입 모니터링 &gt; 인입 라이브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3.5 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 커넥터 합산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커넥터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/ 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fds-events-dlq 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커넥터 최신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2724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커넥터×연동 방식별 라이브 상태 (행 ▶ → SFDS-CONN-002 운영)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49300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커넥터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051810" y="349300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1396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6924" y="349300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37276" y="349300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§4.0 ① 확정)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7124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51810" y="37124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fds-events(FIFO)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1396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106924" y="37124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7276" y="371246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84 · lag 12초 · DLQ 2 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9182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51810" y="391820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Push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11396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06924" y="39182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37276" y="39182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86 · 서명 실패 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41239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51810" y="412394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11396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5분 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412394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37276" y="41239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09:58 · 다음 10:28 · 주기 30분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32968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legacy-card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51810" y="4329683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11396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24초 전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06924" y="432968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37276" y="432968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24초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53542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snapshot-init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051810" y="4535423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453542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6924" y="4535423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37276" y="4535423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초기 적재 100% 완료 (06-01)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5129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221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DLQ 감시 = depth poller PT60S (fds-events-dlq·fds-vendor-ingest-dlq, integration §2·§6)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 → SFDS-DASH-001 알림 동일 소스 · 운영 조치(재처리·일시중지)는 SFDS-CONN-002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SFDS-CONN-004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SFDS_CONNECTOR:READ (read-only 집계)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커넥터·DLQ 적체·마지막 수신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fds-events depth·lag·DLQ / REST 마지막 수신·TPS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폴링 마지막·다음 폴링·주기 / CDC stream lag / 스냅샷 백필 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(§4.0 ③ · 임계 소스별 설정)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SFDS-CONN-002 (모니터링/운영 분리)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/api/v1/bo/fds/ingest/health (제안 · 후속 API 정합)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88289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95827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8979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1396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454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버전 검색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47672" y="21945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 레지스트리 [고객사: 은행 A] · 행 ▶ → SFDS-MAP-002 (필드 매핑)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스키마 버전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1044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39512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67627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 실패(24h)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3508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81044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7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93508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 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core-banking.v1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폐지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7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3508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atm-switch.v1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81044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atm-switch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7627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3508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audit-log.v1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audit-log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67627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3508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2026-01-01 ▶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47672" y="460857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7000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스키마 운영 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901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SFDS-MAP-002 (필드 매핑·PII 정책) · 매핑 변경은 4-eyes(2인) candidate 결재 후 effective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5084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실패 건수(⚠) 클릭 → SFDS-EVT-001 검증 실패(reject) 필터 프리셋 진입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52669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스키마 버전은 SFDS-CONN-003 커넥터 등록 시 선택 · 폐지 버전은 신규 ingest 불가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SFDS_MAPPING:READ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시스템·상태 + 스키마 버전 검색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스키마 버전·소스시스템·상태·검증실패(24h)·적용시작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운영중/후보/폐지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65176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발생 버전 ⚠ 강조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SFDS-MAP-002 (필드 매핑/PII 정책)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실패 건수 → SFDS-EVT-001 검증실패(reject) 필터 딥링크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/api/v1/admin/fds/source-systems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SFDS-MAP-002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827532"/>
            <a:ext cx="10972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859536"/>
            <a:ext cx="10972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결재(2인)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88289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스키마·매핑 &gt; 필드 매핑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/ PII 정책 — core-banking.v2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SFDS-MAP-001 스키마 레지스트리에서 [스키마 버전 행 ▶] 클릭 → 필드 매핑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47672" y="2066544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215798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 매핑 [고객사: 은행 A]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외부 필드(payload)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6220" y="24323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9864" y="2432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PII 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8683" y="2432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26151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customer.ssn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6220" y="26517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9864" y="2651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즉시 폐기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58683" y="265176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account.number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46220" y="28575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수단 식별자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9864" y="28575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keyed hash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8683" y="28575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card.pan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306324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(저장 안 함)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9864" y="3063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토큰화 후 폐기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58683" y="3063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txn.amount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6220" y="326898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금액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9864" y="3268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그대로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3268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device.ip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46220" y="34747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접속 IP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9864" y="3474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3474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438912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75688" y="44805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PII allowlist (저장 허용 컬럼) 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30552" y="46817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허용: amount · currency · channelType · institutionCode · country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30552" y="48646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금지(원문): ssn · pan · raw account · raw address · phone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30552" y="50474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※ 매핑·PII 정책 변경은 4-eyes(작성자≠승인자) · [변경 결재]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SFDS-MAP-002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변경 SFDS_MAPPING:APPROVE(2인) (4-eyes)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외부 필드·정규화 항목·PII 처리·필수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처리 그대로/마스킹/keyed hash/토큰화 후 폐기/수신 즉시 폐기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고민감(주민번호·PAN) 매핑 불가 → 토큰화·폐기 / FDS-PII-REJECTED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CDC·스냅샷 PII allowlist 필수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필수 항목 매핑 누락 시 결재 차단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SFDS-MAP-001 행 클릭 (스키마 버전 컨텍스트)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[변경 결재(2인)] → SFDS-APPR-001 결재함(MAPPING) 상신 → 승인 후 effective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변경은 새 스키마 candidate 작성·결재 후 effective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58613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…/source-systems/{ss}/mappings(2인) · /approve·/reject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도메인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전체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78808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43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675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전체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99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30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목록 (총 142건 · 운영중 118) [고객사: 은행 A] · 행 ▶ → SFDS-RULE-002 · [효과성 ▶ → SFDS-STAT-001]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5603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룰 번호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19222" y="25603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6572" y="25603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도메인/채널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5806" y="25603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8746" y="25603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280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30일 탐지/오탐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5603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7797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9222" y="27797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수취 즉시 차단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27797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국내송금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05806" y="27797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7797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3280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 / 4.1%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7797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298551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ATM_GEO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19222" y="298551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IP ATM 출금 추가인증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6572" y="298551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ATM출금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5806" y="298551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추가인증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68746" y="298551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3280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186 / 8.8%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298551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19125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CNP_VEL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19222" y="319125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신규기기 CNP 다발 차단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319125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카드결제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05806" y="319125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승인거부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68746" y="319125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3280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/ 5.2%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8683" y="319125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9699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CRYPTO_RISK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19222" y="339699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주소 출금 자금보류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6572" y="339699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05806" y="339699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68746" y="339699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32804" y="33969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/ 6.4%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58683" y="339699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360273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TBML_INV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222" y="360273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인보이스 단가 이상 검토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6572" y="360273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무역대금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5806" y="360273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68746" y="360273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32804" y="360273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/ 31% 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360273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 ⚠ 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3808476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SETTLE_HOLD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19222" y="3808476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셀러 환불급증 정산보류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6572" y="3808476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05806" y="3808476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968746" y="3808476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32804" y="38084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 / 3.0%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58683" y="3808476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룰 운영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SFDS-RULE-002 (룰 상세) · [+ 새 룰] → SFDS-RULE-003 (룰 빌더) · [효과성 ▶] → SFDS-STAT-001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빌더에서 [시뮬레이션] → SFDS-RULE-006 백테스트 → [결재 상신] → SFDS-RULE-005 라이프사이클(4-eyes)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임계치만 빠른 변경 → SFDS-RULE-004(Hot-reload) · 비활성(⚠) 행은 사후 자동 비활성·사유 툴팁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:READ / 신규 SFDS_RULE:AUTHOR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도메인·채널·상태·동작·평가 5축 + 룰 번호 검색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룰 번호·이름·도메인/채널·동작·평가·30일 탐지/오탐·상태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요약(v6.0) 최근 30일 탐지·오탐율 — 화면 파생값·튜닝 후보 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허용/모니터/검토/추가인증/차단/자금보류/동결/규제보고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즉시(실시간)/사후(비동기) · 상태 작성/결재대기/운영중/비활성/보관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비활성(자동 비활성) 행 ⚠ + 사유 툴팁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SFDS-RULE-002 · [효과성 ▶ → SFDS-STAT-001] (BR-006)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빌더 → 시뮬(RULE-006) → 결재 상신 → 라이프사이클(RULE-005) → ACTIVE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/api/v1/admin/fds/rules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현재버전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① 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SFDS-RULE-001 룰 목록에서 [룰 행 ▶] 클릭 → 룰 상세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탐지 조건 요약 (자연어)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계좌가 '대포통장 의심' 명단에 있으면, 그 계좌로의 송금을 차단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도메인: 국내송금 · 계좌이체 채널 · 거래차단 · 즉시(실시간) 평가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단계별 동작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5844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98317" y="35844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80390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대상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8317" y="380390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계좌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00964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② 조건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8317" y="4009644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명단 포함 여부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21538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③ 기간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8317" y="421538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 평가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421123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④ 탐지 시 동작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8317" y="4421123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차단 + 케이스 자동 개설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3218688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331012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버전 정보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3584448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79509" y="3584448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376732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80390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79509" y="380390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 (ACTIVE)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400964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9509" y="4009644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421538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79509" y="421538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442112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79509" y="442112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14:30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4626863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9509" y="4626863"/>
            <a:ext cx="200729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현재버전 조건 / 버전 히스토리 / 기준값 / 최근 Hit / 결재 로그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탐지 조건·단계별 동작·자연어 요약 표시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SFDS-RULE-001 목록 → 행 클릭 (룰 번호 컨텍스트)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[새 버전] → SFDS-RULE-003 (룰 빌더)  |  [시뮬레이션] → SFDS-RULE-006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72160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[비활성](OPERATE) / [롤백](APPROVE 2인) → SFDS-RULE-005 라이프사이클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44622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버전 히스토리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버전 히스토리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② 버전 히스토리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 히스토리 (변경 이력 · 7년 보존)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87752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15868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657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37276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일시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30568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노트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7752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657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7276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0568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87752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SUPERSEDED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15868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657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37276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0568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87752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ARCHIVED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657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6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DRAFT(활성화 미완료)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947672" y="45445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75688" y="46360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버전 운영 안내 ]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30552" y="48371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버전 행 클릭 → 해당 버전 조건 상세 펼침(읽기 전용)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30552" y="50200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[롤백] → 이전 SUPERSEDED 버전으로 즉시 복귀 (사유 필수 · APPROVE 2인)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0552" y="52029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모든 버전 변경 이력(작성자·승인자·시각·changeNote) 7년 append-only 보존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 전수 — 상태별 ACTIVE/SUPERSEDED/ARCHIVED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버전·상태·작성자·승인자·활성 일시·변경 노트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롤백 APPROVE 2인 필요 (사유 입력 필수)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현재버전 조건  /  다음 → ③ 기준값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…/rules/{id}/versions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기준값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③ 기준값 (파라미터)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현재 기준값 파라미터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파라미터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35589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51051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그룹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35589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51051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35589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즉시(실시간)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51051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 즉시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08152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35589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거래차단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51051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 + 케이스 자동 개설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canary 임계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35589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hit율 1% / 평가량 10만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51051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시 자동 DISABLED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(기준값)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3142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55876" y="2450592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34065" y="2450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50408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03142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55876" y="267004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34065" y="2670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3142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55876" y="2875788"/>
            <a:ext cx="87818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MULE_OLD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4065" y="2875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38587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39502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기준값 빠른 변경 안내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1513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[기준값 빠른 변경] → SFDS-RULE-004 (임계치만 Hot-reload · 본문 변경 불가)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3342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그룹·파라미터 변경은 본 탭에서 확인 후 RULE-004로 이동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5171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4-eyes(새 버전 RULE-003)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/ 빠른 변경 SFDS_RULE:OPERATE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활성 버전의 파라미터(기준값·명단 그룹·동작·canary 임계) 표시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 변경 이력 — 변경 전/후 값·작업자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[기준값 빠른 변경] → SFDS-RULE-004 Hot-reload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버전 히스토리  /  다음 → ④ 최근 Hit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 · PUT …/rules/{id} (임계 파라미터만)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최근 Hit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④ 최근 Hit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24시간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Hit 목록 (결정 조회 SFDS-DEC-001 프리필터)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처리시각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4845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657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2452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금액/통화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시간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11:02:17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4845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657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2452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18,200,000 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41ms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09:44:05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4845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subj_3c..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02452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5,500,000 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22:11:30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4845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subj_1a..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02452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12,000,000 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44ms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18:03:21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48456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6572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subj_7d..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02452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8,800,000 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37ms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9011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Hit 분석 요약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최근 24시간 Hit 건수: 142건 · hit율: 0.16% · 오탐(피드백): 12건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SFDS-DEC-002 (해당 결정 상세 · 판정 근거)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[전체 결정 조회] → SFDS-DEC-001 룰 번호=MULE_BANK 프리필터 진입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 (DEC-001 READ 포함)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 목록 — 처리시각·결과·대상·금액·처리시간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필터: 최근 1h/24h/7d · 결과 필터: 전체/차단/추가인증/보류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SFDS-DEC-002 (결정 상세·판정 근거)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hit율·오탐 피드백은 SFDS-DASH-002 룰 hit rate 패널과 동기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기준값  /  다음 → ⑤ 결재 로그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…/rules/{id}/decisions (DEC-001 ruleNo 프리필터)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MULE_BANK &gt; 결재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[MULE_BANK] 룰 상세 — ⑤ 결재 로그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2082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현재버전 조건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45536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18688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히스토리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4924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2239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Hit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28231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01383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84832"/>
            <a:ext cx="6848856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로그 (이 룰의 모든 결재 이력 · 7년 보존)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일시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1586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59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0216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승인자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1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3859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14:28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1586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3859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 그룹 추가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2026-05-15 14:10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59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6091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23859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1586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59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compliance.l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23859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버전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 09:50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1586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 활성화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59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39512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1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23859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중(완료)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773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8646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결재 이력 안내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 룰과 연관된 모든 결재(활성화·롤백·비활성) 이력 표시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248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각 행 클릭 → SFDS-APPR-001 결재함 해당 건 상세(payload_hash·결재 단계)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431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 · 작성자≠승인자 maker-checker 보증 · 7년 보존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SFDS_RULE:READ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 룰의 전체 결재 이력(활성화·롤백·비활성) 7년 보존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결재일시·종류·버전·상신자·승인자·결과·비고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SFDS-APPR-001 해당 결재 건 상세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maker-checker(작성자≠승인자) 규칙 검증 기록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④ 최근 Hit  (룰 상세 5탭 끝)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…/approvals?subjectId={ruleId}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룰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빌더 (멀티도메인, 문장형)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[고객사: 은행 A]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도메인/채널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가상자산 출금 ▼   ·   평가 방식 [사후 ▼]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탐지 대상 기준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회원별 ▼ (회원/계좌/수단/상대방/단말기/가맹점/셀러/직원)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측정 항목 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지갑주소 위험점수 ▼ (금액합계/건수/상대방수/주소위험/믹서…)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집계 기간 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24시간 ▼ (1시간/6시간/24시간/7일/30일)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기준값(임계치)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365760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369874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80 점 ▼  이상이면 탐지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3657600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75688" y="375818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⑥ 추가 조건 — 여러 조건을 AND/OR로 결합 (기본 조건과 함께 평가)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75688" y="400507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12394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5351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3752" y="412394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75688" y="433425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30552" y="440283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642616" y="437540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97480" y="440283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경과일  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79745" y="437540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34609" y="440283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30166" y="437540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85030" y="440283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440283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075688" y="460857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75688" y="461314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79602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30552" y="486460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42616" y="483717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97480" y="486460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정보  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79745" y="483717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34609" y="486460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30166" y="483717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85030" y="486460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03920" y="486460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75688" y="507034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507492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75688" y="525780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30552" y="532638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42616" y="529894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97480" y="532638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상대방 위험등급  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79745" y="529894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34609" y="532638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730166" y="529894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785030" y="532638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503920" y="532638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75688" y="53583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3949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035808" y="53583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035808" y="53949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656832" y="53949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7972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8887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⑦ 탐지 시 동작 + 룰 미리보기 — 자연어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⑦ 탐지 시 동작 *  자금 보류 ▼  ☑ 컴플라이언스 케이스 자동 개설  (조치 종류 23종·Capability 범위 내)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62727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가상자산 출금·회원별 위험점수 ≥ 80점 이고, 추가조건[등록 7일 미만 AND Travel Rule 누락 AND 상대방 High↑] 모두 만족이면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6455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→ 자금 보류 + 컴플라이언스 케이스 자동 개설      [임시저장(DRAFT)]   [시뮬레이션 후 결재 상신(SUBMITTED)]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①도메인 ②대상 ③측정 ④기간 ⑤기준값 ⑥추가조건 ⑦동작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⑥ 추가 조건 여러 조건을 AND(모두 만족)/OR(하나라도)로 결합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각 조건 = 필드 + 연산자 + 값 (업무 용어 드롭다운, 변수·필드명 미노출)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이상/이하/미만/초과/같음/포함/누락 등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그룹(괄호)으로 (A AND B) OR C 중첩 결합 지원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조건(①~⑤)과 추가 조건은 기본 AND 결합(토글 가능)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미리보기 자연어로 결합 논리 확인 후 결재 상신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9560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쉬운 구성 ↔ DSL(JSON) 양방향 동기화(고급)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3675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…/rules · GET …/feature-catalog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기준값 빠른 변경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기준값(임계치) 빠른 변경 (Hot-reload)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기준값 빠른 변경 — [CRYPTO_RISK]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 기준값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84448" y="22311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80 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새 기준값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85 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사유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오탐 비율 상승 반영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티켓 번호 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OPS-2026-0517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반영 시간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후 약 30초 안에 전 인스턴스 반영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70648" y="3785616"/>
            <a:ext cx="1179576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0648" y="3826764"/>
            <a:ext cx="117957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적용(약 30초)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47688" y="378561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47688" y="382676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SFDS_RULE:OPERATE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동작 룰 본문은 두고 임계치 값만 변경하는 빠른 경로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새 기준값 · 변경 사유 · 처리 티켓 번호(필수)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88552" y="24048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사유·티켓 미입력 시 제출 불가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후 약 30초 안에 전 인스턴스 반영(설정 poll)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3063239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본문(조건·단계) 변경 불가 → 새 버전(RULE-003) 4-eyes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363931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수치(CTR 임계 등) 빠른 변경 금지 → 4-eyes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…/rules/{id} (임계 파라미터만)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SFDS-RULE-005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라이프사이클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결재·활성화·롤백·중지 (라이프사이클)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[ 4-eyes 워크플로 (작성자 ≠ 승인자) 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1. 작성자 룰 생성(DRAFT) → 2. 시뮬레이션 실행(과거 이벤트)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3. 활성화 상신 /activate → 4-eyes 결재 게이트 자동 생성(approval_status=SUBMITTED)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4. 승인자 검토·승인(APPROVED) → 5. BE relay → 룰 ACTIVE(canary)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47672" y="2651760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57400" y="27432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라이프사이클 동작·권한·검증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30175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81044" y="3017520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7276" y="3017520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검증·규칙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2004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32369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활성화 상신(activate)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81044" y="32369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SFDS_RULE:AUTHOR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7276" y="323697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즉시 활성 아님 — 결재 게이트(SUBMITTED) 자동 생성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34427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승인(approve)(2인)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81044" y="344271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37276" y="344271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작성자=승인자 → FDS-APPROVAL-SELF(409)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36484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relay → 활성(ACTIVE)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364845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BE 자동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7276" y="364845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후 BE relay가 ACTIVE 전이(canary)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8541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롤백(rollback)(2인)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81044" y="385419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SFDS_RULE:APPROVE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37276" y="3854196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SUPERSEDED 버전 복귀(사유 필수)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4059935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중지(suspend)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81044" y="4059935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SFDS_RULE:OPERATE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37276" y="4059935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사유+재개 예정일 / canary 자동중지 구분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상신 AUTHOR / 승인·롤백 APPROVE / 중지 OPERATE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DRAFT→시뮬레이션→activate(상신=SUBMITTED)→승인→relay→ACTIVE(canary)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activate=결재 상신, 즉시 활성 아님(결재 게이트 자동 생성)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approve 작성자=승인자 차단 FDS-APPROVAL-SELF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relay 차단 FDS-APPROVAL-REQUIRED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rollback 이전 SUPERSEDED 버전 즉시 복귀(사유 필수)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activate 후 canary hit율·평가량 초과 시 자동 DISABLED+알림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동시 수정 충돌 FDS-STATE-CONFLICT(409)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…/activate(2인) · /rollback(2인) · /disable · approvals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SFDS-RULE-006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5349239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룰 관리 &gt; 시뮬레이션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시뮬레이션 (백테스트 · 과거 데이터)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 [고객사: 은행 A]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룰 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 빌더 룰(미저장 ruleJson) ▼    |    기존 룰 [MULE_BANK] 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*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[2026-05-01 00:00]  ~  [2026-05-31 23:59]    빠른선택: 최근 7일/30일/90일 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범위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도메인 가상자산 출금 ▼   ·   채널 전체 ▼   ☑ 현재 운영 룰과 비교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71232" y="3374136"/>
            <a:ext cx="1078992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1232" y="3415284"/>
            <a:ext cx="10789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실행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47672" y="3886200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탐지(Hit) 건수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1,284 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예상 Hit율 0.31%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87318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87318" y="3886200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97046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차단 시 영향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97046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902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7046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자금보류 902 · 케이스 88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26964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26964" y="3886200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36692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추정 오탐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36692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6.4 %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36692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룰 대비 +0.7%p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66609" y="3886200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66609" y="3886200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276338" y="404164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이벤트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76338" y="4251960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412,900 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76338" y="45628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2026-05-01 ~ 05-31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928616"/>
            <a:ext cx="6848856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5020056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Hit (과거 기간 · 상위 점수순)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52943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5294376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52943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측정값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529437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52943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 동작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5477256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551383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05-14 02:11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83280" y="551383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39512" y="551383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7980" y="551383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93508" y="551383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571957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05-22 19:40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83280" y="571957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cust_…777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9512" y="571957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지갑위험 0.91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7980" y="571957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93508" y="571957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47672" y="615391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624535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시뮬레이션 권고 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64465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임계치 80→78점이면 Hit +14% · 추정 오탐 +2.1%p (오탐/적중 균형 검토)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66294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[결과 저장(simulationId)]   [이 결과 첨부해 결재 상신]   [룰 빌더로 돌아가기]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SFDS-RULE-006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SFDS_RULE:AUTHOR (fds:rule:simulate)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신규 빌더 룰(미저장 ruleJson) 또는 기존 룰(ruleId)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데이터 기간 sampleWindow[from~to] · 최근 7/30/90일 빠른선택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예상 Hit율(estimatedHitRate)·차단 영향·추정 오탐·평가 이벤트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샘플 Hit 목록(상위 점수) · 현재 운영 룰 대비 비교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임계치 조정 시 Hit·오탐 변화 추정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결과는 결재 상신 시 첨부(즉시 평가 룰 필수)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과거 적재 이벤트 기준(read-only) · raw PII 미노출(토큰)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…/rules/simulations · GET …/rules/simulations/{id}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그룹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/ 멤버 조회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7672" y="170078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179222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목록 [고객사: 은행 A]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0" y="20665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그룹 코드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11396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39512" y="2066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67628" y="2066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0665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멤버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224942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57400" y="228600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MULE_ACCOUNTS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1396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계좌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9512" y="228600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67628" y="228600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22860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9174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WATCHLIST_PEP_REF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1396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24917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67628" y="24917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24917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342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697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BLACKLIST_IP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9512" y="2697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67628" y="2697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60920" y="2697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156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903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ALLOWLIST_VIP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39512" y="2903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67628" y="2903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20" y="2903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52044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61188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 MULE_ACCOUNTS 멤버 (1,204) · [+ 멤버 추가] [CSV]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식별자(마스킹)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48456" y="388620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388620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91272" y="38862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406908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57400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110****4567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48456" y="41056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65392" y="41056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41056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220****8901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48456" y="43113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다발 차단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565392" y="431139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91272" y="43113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020055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11149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그룹·명단 운영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312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그룹 행 클릭 → 하단 멤버 패널 로드 · [+ 멤버 추가]/[CSV] → SFDS-GRP-002 (멤버 추가·해제·연장 4-eyes)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새 그룹] → SFDS-GRP-003 (그룹 마스터 등록) · 그룹은 틀만 생성, 멤버는 GRP-001/002에서 등록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 빌더(RULE-003)에서 '룰 hit 자동등록' 그룹은 탐지 시 대상 자동 추가 · 명단 변경 즉시 차단 캐시 무효화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SFDS_GROUP:READ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4173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그룹 코드·종류·용도·등록 방식·활성 멤버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종류(표시 9종) 회원/계좌/수단/단말기/가맹점/셀러/IP/이메일/상대방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  → 저장 member_kind 3종(SUBJECT/INSTRUMENT/COUNTERPARTY) 환원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1455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 차단/허용/감시/뮬 네트워크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 수동/자동(룰 hit 시)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멤버 식별자 PII 마스킹(앞3+뒤4) · 만료 임박 하이라이트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[+ 멤버 추가]/[CSV] → SFDS-GRP-002 · [+ 새 그룹] → SFDS-GRP-003 (ADMIN만)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9560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…/risk-groups · /{id}/members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멤버 운영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추가·해제·연장 (CSV)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멤버 추가 (단건/CSV 일괄) — MULE_ACCOUNTS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종류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토큰/해시 입력 (원문 미저장)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사유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대포통장 신고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2026-09-21  (비우면 영구)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CSV 일괄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3675887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75888" y="369417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369417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파일 업로드 → 검증·미리보기 → 확정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0" y="3602736"/>
            <a:ext cx="877824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0" y="3643884"/>
            <a:ext cx="877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추가(2인)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360273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364388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4114800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42062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동작 요약 · 버튼 시나리오 (진입: SFDS-GRP-001 [+ 멤버 추가]/[CSV])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44805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50691" y="4480560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규칙 · 결과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46634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47000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[추가(2인)]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70001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단건/CSV → 4-eyes(2인) 승인 후 명단 반영 · 중복 → FDS-IDEMPOTENT-CONFLICT(409) 스킵 리포트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9057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[해제]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490575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 필수 · 즉시 효과(차단 캐시 무효화) · 이력 7년 → 차단 룰 즉시 미적용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51114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[연장]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50691" y="5111496"/>
            <a:ext cx="5436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만료일 갱신(사유 권장) · 완료 후 SFDS-GRP-001 목록 복귀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SFDS_GROUP:OPERATE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추가 식별자 종류·식별자·사유·만료일 / CSV 일괄(검증·미리보기)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 사유 필수 · 즉시 효과 · 이력 7년 보존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88552" y="256946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연장 만료일 갱신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중복 등록 FDS-IDEMPOTENT-CONFLICT(409) · CSV 중복/오류 스킵 리포트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self-service 방지(본인·관련 계정 직접 변경 불가)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식별자 CSV도 토큰/해시 저장(원문 미저장)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…/members(2인) · DELETE …/members/{ref}(2인)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SFDS-GRP-003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5582411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그룹·명단 &gt; 그룹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등록 / 수정 (마스터 생성)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 마스터 등록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MULE_ACCOUNTS (영문 대문자·숫자·_ · 변경 불가)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종류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계좌 ▼ (회원/계좌/수단/단말기/가맹점/셀러/IP/이메일/상대방)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용도(=groupType) *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84448" y="296265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(●) 차단  ( ) 허용  ( ) 감시  ( ) 뮬 네트워크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84448" y="332841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등록 (읽기 전용 — 서버 관리, PUT 영속 제외)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hit 자동등록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 사용 (읽기 전용 — 룰 빌더에서 관리)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75688" y="40599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만료(일)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4448" y="405993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 · 비우면 영구 (읽기 전용 — 멤버 등록 정책에서 관리)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75688" y="44256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442569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 의심 계좌 차단 그룹 (읽기 전용 — 컬럼 부재)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18704" y="4608576"/>
            <a:ext cx="73152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1870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등록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95744" y="46085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95744" y="46497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SFDS-GRP-003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SFDS_GROUP:ADMIN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입력(영속) 그룹 코드·종류·용도(표시명·활성 — API §5.18)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88552" y="21579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용도는 독립 usage 필드 없음 — groupType(risk_group_type 6종) enum에 포함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방식·자동등록·기본 만료·설명 읽기 전용(서버 관리, PUT 영속 제외)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코드 immutable·unique · 중복 FDS-VALIDATION-001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생성 후 변경 불가(식별자 체계 상이)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자동+autoEnrollOnHit 그룹만 룰 빌더 자동등록 대상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그룹은 틀만 생성 · 멤버는 GRP-001/002에서 등록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52852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비활성은 멤버 0 확인 후 · 이력 7년 보존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56967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POST/PUT /api/v1/admin/fds/risk-groups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SFDS-AUDIT-001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6048755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감사 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47672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20824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전체  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63240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2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작업자 전체  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1865376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906524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from~to  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22976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96128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ID  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38544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1696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검색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2194560"/>
            <a:ext cx="6848856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변경 감사 로그 [고객사: 은행 A] (append-only · 7년)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50691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11396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04688" y="256032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8331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항목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50691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11396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rule.eng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77977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새 버전 활성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8331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MULE_BANK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10:55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50691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04688" y="298551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시크릿 변경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1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필드매핑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1396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ops.a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319125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PII 정책 변경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8331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core-bank.v2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969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Capability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3969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approver.b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39699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자금보류 허용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28331" y="339699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settlement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50691" y="36027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311396" y="36027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04688" y="3602736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break-glass 조회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8331" y="360273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subj_8f..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470001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47914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감사 대상·보존 (전 항목 7년)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926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룰·커넥터·매핑·Capability·케이스·고위험 액션 override·관리자 권한 변경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1755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원문(raw data) 접근(break-glass)·규제 보고 상태 전이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3583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append-only(수정·삭제 불가) · 변경 전/후 값(diff) 표시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SFDS-AUDIT-001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SFDS_AUDIT:READ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4173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대상(룰/커넥터/매핑/Capability/케이스/원문접근/권한)·작업자·기간·대상 ID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시각·대상·작업자·작업·대상 항목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2인 결재 위반·우회 시도 탐지 리포트(주기)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개인정보 삭제 요청 시 식별자 마스킹 치환(7년 보존 충돌 회피)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diff 표시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데이터스코프 적용(고객사 관리자는 자기 고객사만)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0507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1만 건 초과 시 조건 좁히기 안내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/api/v1/bo/fds/audit (bo-api 소유·집약)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FDS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SFDS-EXP-001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94460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62763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86080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209397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32714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효과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560319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79349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02666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액션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3259835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349300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72617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941063"/>
            <a:ext cx="1700784" cy="22402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" y="3959351"/>
            <a:ext cx="1591056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4192523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442569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4658867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커넥터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489203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스키마·매핑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1" y="5125211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 정책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5358383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룰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5591555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그룹·명단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5824727"/>
            <a:ext cx="1536192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6057899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" y="6281927"/>
            <a:ext cx="1700784" cy="224028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" y="6291071"/>
            <a:ext cx="1389888" cy="2148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 Console &gt;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(검사대응 self-service)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47672" y="1700784"/>
            <a:ext cx="6848856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75688" y="181051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Evidence Export self-service [고객사: 은행 A]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75688" y="206654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75688" y="22311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*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84448" y="219456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223570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결정 리포트 ▼ (결정/케이스 타임라인·결정 리포트·커넥터 보정·오탐·개인정보 접근)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형식 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PDF ▼  (CSV / EXCEL / PDF / JSON_API)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기간 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2026-01-01 ~ 2026-01-31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최종본(제출용)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3310128"/>
            <a:ext cx="164592" cy="164592"/>
          </a:xfrm>
          <a:prstGeom prst="rect">
            <a:avLst/>
          </a:prstGeom>
          <a:solidFill>
            <a:srgbClr val="FFFF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75888" y="3328416"/>
            <a:ext cx="914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328416"/>
            <a:ext cx="4791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→ 4-eyes 결재(2인) (컴플라이언스 책임자)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75688" y="369417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생성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84448" y="3694176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요청됨 → 생성중 → 준비완료 · manifest hash 보존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4" y="3922776"/>
            <a:ext cx="777240" cy="256032"/>
          </a:xfrm>
          <a:prstGeom prst="rect">
            <a:avLst/>
          </a:prstGeom>
          <a:solidFill>
            <a:srgbClr val="1890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72984" y="3963924"/>
            <a:ext cx="7772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요청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024" y="3922776"/>
            <a:ext cx="7315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50024" y="3963924"/>
            <a:ext cx="7315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취소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47672" y="443484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75688" y="4526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생성·다운로드 · 무결성 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30552" y="4727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상태 요청됨 → 생성중 → 준비완료 → 다운로드됨 / 만료 / 실패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30552" y="4910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[다운로드] READY/DOWNLOADED 상태만 활성 · 다운로드 시 감사 기록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30552" y="50932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manifest hash(READY 발급)로 무결성 보존 · raw PII 미포함(토큰/해시)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SFDS-EXP-001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추출 SFDS_*:EXPORT / 최종본 4-eyes SFDS_REG:APPROVE(2인)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export 종류(6종)·형식(4종)·기간(필수) · 미입력 시 비활성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export 종류 결정/케이스 타임라인·결정 리포트·커넥터 보정·오탐·개인정보 접근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88552" y="289864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최종본 체크 시 4-eyes(subject_kind=EXPORT) 게이트 강제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미승인 시 FDS-APPROVAL-REQUIRED(409) 차단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요청됨/생성중/준비완료/다운로드됨/만료/실패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READY 시 manifest_hash 발급·보존 · raw PII 미포함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88552" y="48737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[다운로드] 감사 기록 · 데이터스코프 적용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88552" y="52852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…/exports(2인) · GET …/{id} · /download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